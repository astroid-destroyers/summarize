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9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hGCFh5N3nX1gslFK3+LI4zMPJR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customschemas.google.com/relationships/presentationmetadata" Target="metadata"/><Relationship Id="rId23" Type="http://schemas.openxmlformats.org/officeDocument/2006/relationships/slide" Target="slides/slide18.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AI-generated content may be incorrect.</a:t>
            </a:r>
            <a:br>
              <a:rPr lang="en-US"/>
            </a:br>
            <a:br>
              <a:rPr lang="en-US"/>
            </a:br>
            <a:r>
              <a:rPr lang="en-US"/>
              <a:t>---</a:t>
            </a:r>
            <a:br>
              <a:rPr lang="en-US"/>
            </a:br>
            <a:br>
              <a:rPr lang="en-US"/>
            </a:br>
            <a:br>
              <a:rPr lang="en-US"/>
            </a:br>
            <a:endParaRPr/>
          </a:p>
        </p:txBody>
      </p:sp>
      <p:sp>
        <p:nvSpPr>
          <p:cNvPr id="482" name="Google Shape;48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Cover Slide, Problem Statement, Objective / Goals, Key Features / Functionality, Architecture Overview, Design &amp; Mockups, Legal, Security &amp; Compliance Considerations, Testing &amp; Validation, Demo Flow, Feedback &amp; Iteration, Metrics &amp; Achievements, Next Steps / Future Work, References / Acknowledgements</a:t>
            </a:r>
            <a:endParaRPr/>
          </a:p>
        </p:txBody>
      </p:sp>
      <p:sp>
        <p:nvSpPr>
          <p:cNvPr id="493" name="Google Shape;49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The cover slide introduces the project titled '[Project Name] – Proof of Concept' as part of a final year Computer Science presentation. It includes essential details such as the project name, team members involved, the instructor or course name, and the date of presentation. Optionally, a project logo or graphic can be added to enhance visual appeal and branding. This slide sets the tone for the presentation and provides the audience with a clear understanding of the context and contributors.</a:t>
            </a:r>
            <a:endParaRPr/>
          </a:p>
        </p:txBody>
      </p:sp>
      <p:sp>
        <p:nvSpPr>
          <p:cNvPr id="500" name="Google Shape;50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This slide outlines the core problem that the proof of concept (POC) aims to address. It begins with a brief description of the issue, followed by contextual background explaining who is affected and under what circumstances. The slide highlights key pain points or gaps in existing solutions, emphasizing the need for innovation. A visual diagram illustrates the transition from the current state to the identified pain points, helping the audience grasp the problem's significance and the motivation behind the project.</a:t>
            </a:r>
            <a:endParaRPr/>
          </a:p>
        </p:txBody>
      </p:sp>
      <p:sp>
        <p:nvSpPr>
          <p:cNvPr id="511" name="Google Shape;51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The objectives and goals slide communicates the primary aims of the POC. It emphasizes demonstrating the feasibility of the proposed solution, implementing core functionalities, and validating critical user flows or architectural components. Additionally, it may include a checklist of success criteria to measure the effectiveness of the POC. Visual elements such as labeled boxes with checkmarks reinforce the achievement of key milestones, providing a clear roadmap of what the project intends to accomplish.</a:t>
            </a:r>
            <a:endParaRPr/>
          </a:p>
        </p:txBody>
      </p:sp>
      <p:sp>
        <p:nvSpPr>
          <p:cNvPr id="522" name="Google Shape;5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This slide presents the main features implemented in the POC, categorized into 'Must-have' and 'Nice-to-have' functionalities. Must-have features include essential components like user authentication and core workflows, while nice-to-have features enhance user experience, such as dark mode and notifications. A feature flow diagram visually represents how these features interact within the system, helping stakeholders understand the scope and priorities of the implementation.</a:t>
            </a:r>
            <a:endParaRPr/>
          </a:p>
        </p:txBody>
      </p:sp>
      <p:sp>
        <p:nvSpPr>
          <p:cNvPr id="533" name="Google Shape;53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The architecture overview slide provides a high-level depiction of the system's structure. It includes components such as the client/UI, API gateway, service layer, and database/storage. Arrows indicate data flow between these modules, illustrating how requests are processed and persisted. A legend explains the technologies used, such as React, FastAPI, and PostgreSQL, offering insight into the technical stack. This slide helps technical audiences understand the system's design and integration points.</a:t>
            </a:r>
            <a:endParaRPr/>
          </a:p>
        </p:txBody>
      </p:sp>
      <p:sp>
        <p:nvSpPr>
          <p:cNvPr id="544" name="Google Shape;5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dd9c5dd27e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dd9c5dd27e_1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g3dd9c5dd27e_1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dd9c5dd27e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dd9c5dd27e_1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g3dd9c5dd27e_1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df0f74a759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df0f74a759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g3df0f74a759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df0f74a759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df0f74a759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g3df0f74a759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This slide addresses critical legal, security, and compliance aspects of the POC. Topics include data privacy measures for handling personally identifiable information (PII), authentication and authorization mechanisms like multi-factor authentication, and licensing or intellectual property concerns related to third-party libraries and datasets. Visual elements such as labeled boxes for privacy checklist, security controls, and licensing review reinforce the importance of these considerations in building a responsible and secure application.</a:t>
            </a:r>
            <a:endParaRPr/>
          </a:p>
        </p:txBody>
      </p:sp>
      <p:sp>
        <p:nvSpPr>
          <p:cNvPr id="595" name="Google Shape;59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This slide summarizes the testing and validation efforts undertaken during the POC. It includes a table of key test cases, expected outcomes, actual results, and notes on any issues encountered. Sample entries cover scenarios like login functionality, unauthorized access, and responsive design. A visual placeholder is provided for screenshots or logs, offering evidence of testing rigor. This slide demonstrates the project's commitment to quality assurance and highlights known limitations or bugs.</a:t>
            </a:r>
            <a:endParaRPr/>
          </a:p>
        </p:txBody>
      </p:sp>
      <p:sp>
        <p:nvSpPr>
          <p:cNvPr id="606" name="Google Shape;60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The demo flow slide outlines the step-by-step process for presenting the POC. It includes labeled boxes for each stage—setup, action, and result—connected by arrows to illustrate progression. This structured approach ensures clarity during the live demonstration and helps the audience follow the workflow. A note suggests preparing a short video backup in case of technical issues, emphasizing the importance of readiness and contingency planning.</a:t>
            </a:r>
            <a:endParaRPr/>
          </a:p>
        </p:txBody>
      </p:sp>
      <p:sp>
        <p:nvSpPr>
          <p:cNvPr id="617" name="Google Shape;61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This slide captures feedback received from peers and instructors and the corresponding changes implemented. A table lists specific feedback items, such as UI clutter and slow API response, alongside the actions taken to address them. A visual placeholder allows for before-and-after comparisons, showcasing improvements. This iterative process highlights the team's responsiveness and commitment to refining the solution based on constructive input.</a:t>
            </a:r>
            <a:endParaRPr/>
          </a:p>
        </p:txBody>
      </p:sp>
      <p:sp>
        <p:nvSpPr>
          <p:cNvPr id="628" name="Google Shape;628;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This slide presents quantitative and qualitative indicators of the POC's success. A column chart compares baseline and POC performance across metrics like speed, coverage, UX, and stability. Additional achievements include reduced response time, high feature implementation rate, and positive usability feedback. These metrics validate the effectiveness of the POC and provide a compelling case for further development.</a:t>
            </a:r>
            <a:endParaRPr/>
          </a:p>
        </p:txBody>
      </p:sp>
      <p:sp>
        <p:nvSpPr>
          <p:cNvPr id="639" name="Google Shape;63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This slide outlines the roadmap for future development beyond the POC. It includes planned enhancements such as UI polish and extended admin tools, strategies for full-scale implementation like architecture hardening, and risk mitigation efforts including load testing and security reviews. A visual roadmap illustrates the progression from MVP to general availability (GA), helping stakeholders understand the project's long-term vision.</a:t>
            </a:r>
            <a:endParaRPr/>
          </a:p>
        </p:txBody>
      </p:sp>
      <p:sp>
        <p:nvSpPr>
          <p:cNvPr id="650" name="Google Shape;650;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The final slide lists resources, libraries, frameworks, and datasets used in the POC. It also includes acknowledgements to instructors, mentors, and team members who contributed to the project's success. This slide serves to recognize support and provide transparency regarding the tools and data leveraged during development.</a:t>
            </a:r>
            <a:endParaRPr/>
          </a:p>
        </p:txBody>
      </p:sp>
      <p:sp>
        <p:nvSpPr>
          <p:cNvPr id="661" name="Google Shape;66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p:cSld name="Content 2">
    <p:spTree>
      <p:nvGrpSpPr>
        <p:cNvPr id="17" name="Shape 17"/>
        <p:cNvGrpSpPr/>
        <p:nvPr/>
      </p:nvGrpSpPr>
      <p:grpSpPr>
        <a:xfrm>
          <a:off x="0" y="0"/>
          <a:ext cx="0" cy="0"/>
          <a:chOff x="0" y="0"/>
          <a:chExt cx="0" cy="0"/>
        </a:xfrm>
      </p:grpSpPr>
      <p:sp>
        <p:nvSpPr>
          <p:cNvPr id="18" name="Google Shape;18;p17"/>
          <p:cNvSpPr txBox="1"/>
          <p:nvPr>
            <p:ph type="title"/>
          </p:nvPr>
        </p:nvSpPr>
        <p:spPr>
          <a:xfrm>
            <a:off x="1033272" y="2103120"/>
            <a:ext cx="4325100" cy="24549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7"/>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 type="body"/>
          </p:nvPr>
        </p:nvSpPr>
        <p:spPr>
          <a:xfrm>
            <a:off x="6273800" y="2103120"/>
            <a:ext cx="4325100" cy="24597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000"/>
              <a:buNone/>
              <a:defRPr sz="2000"/>
            </a:lvl1pPr>
            <a:lvl2pPr indent="-228600" lvl="1" marL="914400" algn="l">
              <a:lnSpc>
                <a:spcPct val="120000"/>
              </a:lnSpc>
              <a:spcBef>
                <a:spcPts val="500"/>
              </a:spcBef>
              <a:spcAft>
                <a:spcPts val="0"/>
              </a:spcAft>
              <a:buClr>
                <a:schemeClr val="dk1"/>
              </a:buClr>
              <a:buSzPts val="1800"/>
              <a:buNone/>
              <a:defRPr sz="1800"/>
            </a:lvl2pPr>
            <a:lvl3pPr indent="-228600" lvl="2" marL="1371600" algn="l">
              <a:lnSpc>
                <a:spcPct val="120000"/>
              </a:lnSpc>
              <a:spcBef>
                <a:spcPts val="500"/>
              </a:spcBef>
              <a:spcAft>
                <a:spcPts val="0"/>
              </a:spcAft>
              <a:buClr>
                <a:schemeClr val="dk1"/>
              </a:buClr>
              <a:buSzPts val="1600"/>
              <a:buNone/>
              <a:defRPr sz="1600"/>
            </a:lvl3pPr>
            <a:lvl4pPr indent="-228600" lvl="3" marL="1828800" algn="l">
              <a:lnSpc>
                <a:spcPct val="120000"/>
              </a:lnSpc>
              <a:spcBef>
                <a:spcPts val="500"/>
              </a:spcBef>
              <a:spcAft>
                <a:spcPts val="0"/>
              </a:spcAft>
              <a:buClr>
                <a:schemeClr val="dk1"/>
              </a:buClr>
              <a:buSzPts val="1400"/>
              <a:buNone/>
              <a:defRPr sz="1400"/>
            </a:lvl4pPr>
            <a:lvl5pPr indent="-228600" lvl="4" marL="2286000" algn="l">
              <a:lnSpc>
                <a:spcPct val="12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17"/>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7"/>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6" showMasterSp="0">
  <p:cSld name="Content with Picture 6">
    <p:spTree>
      <p:nvGrpSpPr>
        <p:cNvPr id="23" name="Shape 23"/>
        <p:cNvGrpSpPr/>
        <p:nvPr/>
      </p:nvGrpSpPr>
      <p:grpSpPr>
        <a:xfrm>
          <a:off x="0" y="0"/>
          <a:ext cx="0" cy="0"/>
          <a:chOff x="0" y="0"/>
          <a:chExt cx="0" cy="0"/>
        </a:xfrm>
      </p:grpSpPr>
      <p:sp>
        <p:nvSpPr>
          <p:cNvPr id="24" name="Google Shape;24;p21"/>
          <p:cNvSpPr/>
          <p:nvPr/>
        </p:nvSpPr>
        <p:spPr>
          <a:xfrm flipH="1" rot="10800000">
            <a:off x="0" y="6400800"/>
            <a:ext cx="12192000" cy="457200"/>
          </a:xfrm>
          <a:prstGeom prst="rect">
            <a:avLst/>
          </a:prstGeom>
          <a:gradFill>
            <a:gsLst>
              <a:gs pos="0">
                <a:srgbClr val="FE4A00">
                  <a:alpha val="66666"/>
                </a:srgbClr>
              </a:gs>
              <a:gs pos="25000">
                <a:srgbClr val="FE4A00">
                  <a:alpha val="66666"/>
                </a:srgbClr>
              </a:gs>
              <a:gs pos="100000">
                <a:srgbClr val="DA002F">
                  <a:alpha val="84705"/>
                </a:srgbClr>
              </a:gs>
            </a:gsLst>
            <a:lin ang="59999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5" name="Google Shape;25;p21"/>
          <p:cNvSpPr/>
          <p:nvPr/>
        </p:nvSpPr>
        <p:spPr>
          <a:xfrm flipH="1">
            <a:off x="7284597" y="6400799"/>
            <a:ext cx="4907400" cy="456900"/>
          </a:xfrm>
          <a:prstGeom prst="rect">
            <a:avLst/>
          </a:prstGeom>
          <a:gradFill>
            <a:gsLst>
              <a:gs pos="0">
                <a:srgbClr val="E349BB">
                  <a:alpha val="61960"/>
                </a:srgbClr>
              </a:gs>
              <a:gs pos="9000">
                <a:srgbClr val="E349BB">
                  <a:alpha val="61960"/>
                </a:srgbClr>
              </a:gs>
              <a:gs pos="99000">
                <a:srgbClr val="92248E"/>
              </a:gs>
              <a:gs pos="100000">
                <a:srgbClr val="92248E"/>
              </a:gs>
            </a:gsLst>
            <a:lin ang="1440003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6" name="Google Shape;26;p21"/>
          <p:cNvSpPr txBox="1"/>
          <p:nvPr>
            <p:ph type="title"/>
          </p:nvPr>
        </p:nvSpPr>
        <p:spPr>
          <a:xfrm>
            <a:off x="8174736" y="475488"/>
            <a:ext cx="3401700" cy="1197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1"/>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8" name="Google Shape;28;p21"/>
          <p:cNvPicPr preferRelativeResize="0"/>
          <p:nvPr>
            <p:ph idx="2" type="pic"/>
          </p:nvPr>
        </p:nvPicPr>
        <p:blipFill/>
        <p:spPr>
          <a:xfrm>
            <a:off x="603504" y="603504"/>
            <a:ext cx="6681000" cy="5202900"/>
          </a:xfrm>
          <a:prstGeom prst="rect">
            <a:avLst/>
          </a:prstGeom>
          <a:blipFill rotWithShape="1">
            <a:blip r:embed="rId2">
              <a:alphaModFix amt="70000"/>
            </a:blip>
            <a:stretch>
              <a:fillRect b="0" l="0" r="0" t="0"/>
            </a:stretch>
          </a:blipFill>
          <a:ln>
            <a:noFill/>
          </a:ln>
        </p:spPr>
      </p:pic>
      <p:sp>
        <p:nvSpPr>
          <p:cNvPr id="29" name="Google Shape;29;p21"/>
          <p:cNvSpPr txBox="1"/>
          <p:nvPr>
            <p:ph idx="1" type="body"/>
          </p:nvPr>
        </p:nvSpPr>
        <p:spPr>
          <a:xfrm>
            <a:off x="8174736" y="1856232"/>
            <a:ext cx="3401700" cy="40416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1"/>
              </a:buClr>
              <a:buSzPts val="1400"/>
              <a:buChar char="•"/>
              <a:defRPr/>
            </a:lvl1pPr>
            <a:lvl2pPr indent="-317500" lvl="1" marL="914400" algn="l">
              <a:lnSpc>
                <a:spcPct val="120000"/>
              </a:lnSpc>
              <a:spcBef>
                <a:spcPts val="500"/>
              </a:spcBef>
              <a:spcAft>
                <a:spcPts val="0"/>
              </a:spcAft>
              <a:buClr>
                <a:schemeClr val="dk1"/>
              </a:buClr>
              <a:buSzPts val="1400"/>
              <a:buChar char="•"/>
              <a:defRPr/>
            </a:lvl2pPr>
            <a:lvl3pPr indent="-317500" lvl="2" marL="1371600" algn="l">
              <a:lnSpc>
                <a:spcPct val="120000"/>
              </a:lnSpc>
              <a:spcBef>
                <a:spcPts val="500"/>
              </a:spcBef>
              <a:spcAft>
                <a:spcPts val="0"/>
              </a:spcAft>
              <a:buClr>
                <a:schemeClr val="dk1"/>
              </a:buClr>
              <a:buSzPts val="1400"/>
              <a:buChar char="•"/>
              <a:defRPr/>
            </a:lvl3pPr>
            <a:lvl4pPr indent="-317500" lvl="3" marL="1828800" algn="l">
              <a:lnSpc>
                <a:spcPct val="120000"/>
              </a:lnSpc>
              <a:spcBef>
                <a:spcPts val="500"/>
              </a:spcBef>
              <a:spcAft>
                <a:spcPts val="0"/>
              </a:spcAft>
              <a:buClr>
                <a:schemeClr val="dk1"/>
              </a:buClr>
              <a:buSzPts val="1400"/>
              <a:buChar char="•"/>
              <a:defRPr/>
            </a:lvl4pPr>
            <a:lvl5pPr indent="-317500" lvl="4" marL="2286000" algn="l">
              <a:lnSpc>
                <a:spcPct val="120000"/>
              </a:lnSpc>
              <a:spcBef>
                <a:spcPts val="500"/>
              </a:spcBef>
              <a:spcAft>
                <a:spcPts val="0"/>
              </a:spcAft>
              <a:buClr>
                <a:schemeClr val="dk1"/>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21"/>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1"/>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2" showMasterSp="0">
  <p:cSld name="Content with Picture 2">
    <p:spTree>
      <p:nvGrpSpPr>
        <p:cNvPr id="32" name="Shape 32"/>
        <p:cNvGrpSpPr/>
        <p:nvPr/>
      </p:nvGrpSpPr>
      <p:grpSpPr>
        <a:xfrm>
          <a:off x="0" y="0"/>
          <a:ext cx="0" cy="0"/>
          <a:chOff x="0" y="0"/>
          <a:chExt cx="0" cy="0"/>
        </a:xfrm>
      </p:grpSpPr>
      <p:sp>
        <p:nvSpPr>
          <p:cNvPr id="33" name="Google Shape;33;p22"/>
          <p:cNvSpPr/>
          <p:nvPr/>
        </p:nvSpPr>
        <p:spPr>
          <a:xfrm flipH="1" rot="10800000">
            <a:off x="0" y="6408300"/>
            <a:ext cx="12192000" cy="449700"/>
          </a:xfrm>
          <a:prstGeom prst="rect">
            <a:avLst/>
          </a:prstGeom>
          <a:gradFill>
            <a:gsLst>
              <a:gs pos="0">
                <a:srgbClr val="FE4A00">
                  <a:alpha val="27843"/>
                </a:srgbClr>
              </a:gs>
              <a:gs pos="14000">
                <a:srgbClr val="FE4A00">
                  <a:alpha val="27843"/>
                </a:srgbClr>
              </a:gs>
              <a:gs pos="100000">
                <a:srgbClr val="DA002F">
                  <a:alpha val="84705"/>
                </a:srgbClr>
              </a:gs>
            </a:gsLst>
            <a:lin ang="900002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4" name="Google Shape;34;p22"/>
          <p:cNvSpPr/>
          <p:nvPr/>
        </p:nvSpPr>
        <p:spPr>
          <a:xfrm flipH="1">
            <a:off x="3807597" y="6408316"/>
            <a:ext cx="8384400" cy="449700"/>
          </a:xfrm>
          <a:prstGeom prst="rect">
            <a:avLst/>
          </a:prstGeom>
          <a:gradFill>
            <a:gsLst>
              <a:gs pos="0">
                <a:srgbClr val="D861D4">
                  <a:alpha val="67843"/>
                </a:srgbClr>
              </a:gs>
              <a:gs pos="9000">
                <a:srgbClr val="D861D4">
                  <a:alpha val="67843"/>
                </a:srgbClr>
              </a:gs>
              <a:gs pos="99000">
                <a:srgbClr val="92248E"/>
              </a:gs>
              <a:gs pos="100000">
                <a:srgbClr val="92248E"/>
              </a:gs>
            </a:gsLst>
            <a:lin ang="1380014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5" name="Google Shape;35;p22"/>
          <p:cNvSpPr txBox="1"/>
          <p:nvPr>
            <p:ph type="title"/>
          </p:nvPr>
        </p:nvSpPr>
        <p:spPr>
          <a:xfrm>
            <a:off x="4718304" y="310896"/>
            <a:ext cx="6858000" cy="923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2"/>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37" name="Google Shape;37;p22"/>
          <p:cNvPicPr preferRelativeResize="0"/>
          <p:nvPr>
            <p:ph idx="2" type="pic"/>
          </p:nvPr>
        </p:nvPicPr>
        <p:blipFill/>
        <p:spPr>
          <a:xfrm>
            <a:off x="603503" y="603504"/>
            <a:ext cx="3192600" cy="5202900"/>
          </a:xfrm>
          <a:prstGeom prst="rect">
            <a:avLst/>
          </a:prstGeom>
          <a:blipFill rotWithShape="1">
            <a:blip r:embed="rId2">
              <a:alphaModFix amt="70000"/>
            </a:blip>
            <a:stretch>
              <a:fillRect b="0" l="0" r="0" t="0"/>
            </a:stretch>
          </a:blipFill>
          <a:ln>
            <a:noFill/>
          </a:ln>
        </p:spPr>
      </p:pic>
      <p:sp>
        <p:nvSpPr>
          <p:cNvPr id="38" name="Google Shape;38;p22"/>
          <p:cNvSpPr txBox="1"/>
          <p:nvPr>
            <p:ph idx="1" type="body"/>
          </p:nvPr>
        </p:nvSpPr>
        <p:spPr>
          <a:xfrm>
            <a:off x="4718304" y="1380744"/>
            <a:ext cx="6858000" cy="46086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22"/>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2"/>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3" showMasterSp="0">
  <p:cSld name="Content with Picture 3">
    <p:spTree>
      <p:nvGrpSpPr>
        <p:cNvPr id="41" name="Shape 41"/>
        <p:cNvGrpSpPr/>
        <p:nvPr/>
      </p:nvGrpSpPr>
      <p:grpSpPr>
        <a:xfrm>
          <a:off x="0" y="0"/>
          <a:ext cx="0" cy="0"/>
          <a:chOff x="0" y="0"/>
          <a:chExt cx="0" cy="0"/>
        </a:xfrm>
      </p:grpSpPr>
      <p:sp>
        <p:nvSpPr>
          <p:cNvPr id="42" name="Google Shape;42;p23"/>
          <p:cNvSpPr/>
          <p:nvPr/>
        </p:nvSpPr>
        <p:spPr>
          <a:xfrm flipH="1">
            <a:off x="-2" y="6406116"/>
            <a:ext cx="12192000" cy="461700"/>
          </a:xfrm>
          <a:prstGeom prst="rect">
            <a:avLst/>
          </a:prstGeom>
          <a:gradFill>
            <a:gsLst>
              <a:gs pos="0">
                <a:srgbClr val="DA002F"/>
              </a:gs>
              <a:gs pos="100000">
                <a:srgbClr val="D861D4">
                  <a:alpha val="58823"/>
                </a:srgbClr>
              </a:gs>
            </a:gsLst>
            <a:lin ang="1499992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3" name="Google Shape;43;p23"/>
          <p:cNvSpPr/>
          <p:nvPr/>
        </p:nvSpPr>
        <p:spPr>
          <a:xfrm flipH="1">
            <a:off x="8491199" y="6406116"/>
            <a:ext cx="3700800" cy="461700"/>
          </a:xfrm>
          <a:prstGeom prst="rect">
            <a:avLst/>
          </a:prstGeom>
          <a:gradFill>
            <a:gsLst>
              <a:gs pos="0">
                <a:srgbClr val="FF411C">
                  <a:alpha val="60784"/>
                </a:srgbClr>
              </a:gs>
              <a:gs pos="19000">
                <a:srgbClr val="FF411C">
                  <a:alpha val="60784"/>
                </a:srgbClr>
              </a:gs>
              <a:gs pos="99000">
                <a:srgbClr val="FF907A">
                  <a:alpha val="86666"/>
                </a:srgbClr>
              </a:gs>
              <a:gs pos="100000">
                <a:srgbClr val="FF907A">
                  <a:alpha val="86666"/>
                </a:srgbClr>
              </a:gs>
            </a:gsLst>
            <a:lin ang="1319991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4" name="Google Shape;44;p23"/>
          <p:cNvSpPr txBox="1"/>
          <p:nvPr>
            <p:ph type="title"/>
          </p:nvPr>
        </p:nvSpPr>
        <p:spPr>
          <a:xfrm>
            <a:off x="731520" y="312572"/>
            <a:ext cx="6858000" cy="923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3"/>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3"/>
          <p:cNvSpPr txBox="1"/>
          <p:nvPr>
            <p:ph idx="1" type="body"/>
          </p:nvPr>
        </p:nvSpPr>
        <p:spPr>
          <a:xfrm>
            <a:off x="731520" y="1380744"/>
            <a:ext cx="6858000" cy="46086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7" name="Google Shape;47;p23"/>
          <p:cNvPicPr preferRelativeResize="0"/>
          <p:nvPr>
            <p:ph idx="2" type="pic"/>
          </p:nvPr>
        </p:nvPicPr>
        <p:blipFill/>
        <p:spPr>
          <a:xfrm>
            <a:off x="8491126" y="603504"/>
            <a:ext cx="3085200" cy="5202900"/>
          </a:xfrm>
          <a:prstGeom prst="rect">
            <a:avLst/>
          </a:prstGeom>
          <a:blipFill rotWithShape="1">
            <a:blip r:embed="rId2">
              <a:alphaModFix amt="70000"/>
            </a:blip>
            <a:stretch>
              <a:fillRect b="0" l="0" r="0" t="0"/>
            </a:stretch>
          </a:blipFill>
          <a:ln>
            <a:noFill/>
          </a:ln>
        </p:spPr>
      </p:pic>
      <p:sp>
        <p:nvSpPr>
          <p:cNvPr id="48" name="Google Shape;48;p23"/>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3"/>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1" showMasterSp="0">
  <p:cSld name="Content with Picture 11">
    <p:spTree>
      <p:nvGrpSpPr>
        <p:cNvPr id="50" name="Shape 50"/>
        <p:cNvGrpSpPr/>
        <p:nvPr/>
      </p:nvGrpSpPr>
      <p:grpSpPr>
        <a:xfrm>
          <a:off x="0" y="0"/>
          <a:ext cx="0" cy="0"/>
          <a:chOff x="0" y="0"/>
          <a:chExt cx="0" cy="0"/>
        </a:xfrm>
      </p:grpSpPr>
      <p:sp>
        <p:nvSpPr>
          <p:cNvPr id="51" name="Google Shape;51;p24"/>
          <p:cNvSpPr/>
          <p:nvPr/>
        </p:nvSpPr>
        <p:spPr>
          <a:xfrm flipH="1">
            <a:off x="-3" y="6408741"/>
            <a:ext cx="12192000" cy="449400"/>
          </a:xfrm>
          <a:prstGeom prst="rect">
            <a:avLst/>
          </a:prstGeom>
          <a:gradFill>
            <a:gsLst>
              <a:gs pos="0">
                <a:srgbClr val="FE4A00">
                  <a:alpha val="72941"/>
                </a:srgbClr>
              </a:gs>
              <a:gs pos="34000">
                <a:srgbClr val="FE4A00">
                  <a:alpha val="72941"/>
                </a:srgbClr>
              </a:gs>
              <a:gs pos="100000">
                <a:srgbClr val="DA002F">
                  <a:alpha val="88627"/>
                </a:srgbClr>
              </a:gs>
            </a:gsLst>
            <a:lin ang="840013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52" name="Google Shape;52;p24"/>
          <p:cNvSpPr/>
          <p:nvPr/>
        </p:nvSpPr>
        <p:spPr>
          <a:xfrm flipH="1">
            <a:off x="-103" y="6408314"/>
            <a:ext cx="7784100" cy="449700"/>
          </a:xfrm>
          <a:prstGeom prst="rect">
            <a:avLst/>
          </a:prstGeom>
          <a:gradFill>
            <a:gsLst>
              <a:gs pos="0">
                <a:srgbClr val="FD5353">
                  <a:alpha val="54901"/>
                </a:srgbClr>
              </a:gs>
              <a:gs pos="99000">
                <a:srgbClr val="972D8F">
                  <a:alpha val="72941"/>
                </a:srgbClr>
              </a:gs>
              <a:gs pos="100000">
                <a:srgbClr val="972D8F">
                  <a:alpha val="72941"/>
                </a:srgbClr>
              </a:gs>
            </a:gsLst>
            <a:lin ang="113999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53" name="Google Shape;53;p24"/>
          <p:cNvSpPr txBox="1"/>
          <p:nvPr>
            <p:ph type="title"/>
          </p:nvPr>
        </p:nvSpPr>
        <p:spPr>
          <a:xfrm>
            <a:off x="8311896" y="832104"/>
            <a:ext cx="3273600" cy="194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4" name="Google Shape;54;p24"/>
          <p:cNvPicPr preferRelativeResize="0"/>
          <p:nvPr>
            <p:ph idx="2" type="pic"/>
          </p:nvPr>
        </p:nvPicPr>
        <p:blipFill/>
        <p:spPr>
          <a:xfrm>
            <a:off x="0" y="-1"/>
            <a:ext cx="7784100" cy="6411300"/>
          </a:xfrm>
          <a:prstGeom prst="rect">
            <a:avLst/>
          </a:prstGeom>
          <a:blipFill rotWithShape="1">
            <a:blip r:embed="rId2">
              <a:alphaModFix amt="70000"/>
            </a:blip>
            <a:stretch>
              <a:fillRect b="0" l="0" r="0" t="0"/>
            </a:stretch>
          </a:blipFill>
          <a:ln>
            <a:noFill/>
          </a:ln>
        </p:spPr>
      </p:pic>
      <p:sp>
        <p:nvSpPr>
          <p:cNvPr id="55" name="Google Shape;55;p24"/>
          <p:cNvSpPr txBox="1"/>
          <p:nvPr>
            <p:ph idx="11" type="ftr"/>
          </p:nvPr>
        </p:nvSpPr>
        <p:spPr>
          <a:xfrm>
            <a:off x="67056" y="6455664"/>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4"/>
          <p:cNvSpPr txBox="1"/>
          <p:nvPr>
            <p:ph idx="1" type="body"/>
          </p:nvPr>
        </p:nvSpPr>
        <p:spPr>
          <a:xfrm>
            <a:off x="8311896" y="2852928"/>
            <a:ext cx="3273600" cy="29535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600"/>
              <a:buNone/>
              <a:defRPr sz="1600"/>
            </a:lvl1pPr>
            <a:lvl2pPr indent="-228600" lvl="1" marL="914400" algn="l">
              <a:lnSpc>
                <a:spcPct val="120000"/>
              </a:lnSpc>
              <a:spcBef>
                <a:spcPts val="500"/>
              </a:spcBef>
              <a:spcAft>
                <a:spcPts val="0"/>
              </a:spcAft>
              <a:buClr>
                <a:schemeClr val="dk1"/>
              </a:buClr>
              <a:buSzPts val="1400"/>
              <a:buNone/>
              <a:defRPr sz="1400"/>
            </a:lvl2pPr>
            <a:lvl3pPr indent="-228600" lvl="2" marL="1371600" algn="l">
              <a:lnSpc>
                <a:spcPct val="120000"/>
              </a:lnSpc>
              <a:spcBef>
                <a:spcPts val="500"/>
              </a:spcBef>
              <a:spcAft>
                <a:spcPts val="0"/>
              </a:spcAft>
              <a:buClr>
                <a:schemeClr val="dk1"/>
              </a:buClr>
              <a:buSzPts val="1400"/>
              <a:buNone/>
              <a:defRPr sz="1400"/>
            </a:lvl3pPr>
            <a:lvl4pPr indent="-228600" lvl="3" marL="1828800" algn="l">
              <a:lnSpc>
                <a:spcPct val="120000"/>
              </a:lnSpc>
              <a:spcBef>
                <a:spcPts val="500"/>
              </a:spcBef>
              <a:spcAft>
                <a:spcPts val="0"/>
              </a:spcAft>
              <a:buClr>
                <a:schemeClr val="dk1"/>
              </a:buClr>
              <a:buSzPts val="1400"/>
              <a:buNone/>
              <a:defRPr sz="1400"/>
            </a:lvl4pPr>
            <a:lvl5pPr indent="-228600" lvl="4" marL="2286000" algn="l">
              <a:lnSpc>
                <a:spcPct val="12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24"/>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4"/>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3" showMasterSp="0">
  <p:cSld name="Content with Picture 13">
    <p:spTree>
      <p:nvGrpSpPr>
        <p:cNvPr id="59" name="Shape 59"/>
        <p:cNvGrpSpPr/>
        <p:nvPr/>
      </p:nvGrpSpPr>
      <p:grpSpPr>
        <a:xfrm>
          <a:off x="0" y="0"/>
          <a:ext cx="0" cy="0"/>
          <a:chOff x="0" y="0"/>
          <a:chExt cx="0" cy="0"/>
        </a:xfrm>
      </p:grpSpPr>
      <p:sp>
        <p:nvSpPr>
          <p:cNvPr id="60" name="Google Shape;60;p25"/>
          <p:cNvSpPr/>
          <p:nvPr/>
        </p:nvSpPr>
        <p:spPr>
          <a:xfrm flipH="1" rot="10800000">
            <a:off x="0" y="6400800"/>
            <a:ext cx="12192000" cy="457200"/>
          </a:xfrm>
          <a:prstGeom prst="rect">
            <a:avLst/>
          </a:prstGeom>
          <a:gradFill>
            <a:gsLst>
              <a:gs pos="0">
                <a:srgbClr val="FE4A00">
                  <a:alpha val="66666"/>
                </a:srgbClr>
              </a:gs>
              <a:gs pos="25000">
                <a:srgbClr val="FE4A00">
                  <a:alpha val="66666"/>
                </a:srgbClr>
              </a:gs>
              <a:gs pos="100000">
                <a:srgbClr val="DA002F">
                  <a:alpha val="84705"/>
                </a:srgbClr>
              </a:gs>
            </a:gsLst>
            <a:lin ang="59999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61" name="Google Shape;61;p25"/>
          <p:cNvSpPr/>
          <p:nvPr/>
        </p:nvSpPr>
        <p:spPr>
          <a:xfrm flipH="1">
            <a:off x="4380896" y="6400799"/>
            <a:ext cx="7811100" cy="456900"/>
          </a:xfrm>
          <a:prstGeom prst="rect">
            <a:avLst/>
          </a:prstGeom>
          <a:gradFill>
            <a:gsLst>
              <a:gs pos="0">
                <a:srgbClr val="E349BB">
                  <a:alpha val="61960"/>
                </a:srgbClr>
              </a:gs>
              <a:gs pos="9000">
                <a:srgbClr val="E349BB">
                  <a:alpha val="61960"/>
                </a:srgbClr>
              </a:gs>
              <a:gs pos="99000">
                <a:srgbClr val="92248E"/>
              </a:gs>
              <a:gs pos="100000">
                <a:srgbClr val="92248E"/>
              </a:gs>
            </a:gsLst>
            <a:lin ang="1440003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62" name="Google Shape;62;p25"/>
          <p:cNvSpPr txBox="1"/>
          <p:nvPr>
            <p:ph type="title"/>
          </p:nvPr>
        </p:nvSpPr>
        <p:spPr>
          <a:xfrm>
            <a:off x="731520" y="3886200"/>
            <a:ext cx="3649500" cy="20484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veni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64" name="Google Shape;64;p25"/>
          <p:cNvPicPr preferRelativeResize="0"/>
          <p:nvPr>
            <p:ph idx="2" type="pic"/>
          </p:nvPr>
        </p:nvPicPr>
        <p:blipFill/>
        <p:spPr>
          <a:xfrm>
            <a:off x="731518" y="0"/>
            <a:ext cx="3520500" cy="3648600"/>
          </a:xfrm>
          <a:prstGeom prst="rect">
            <a:avLst/>
          </a:prstGeom>
          <a:blipFill rotWithShape="1">
            <a:blip r:embed="rId2">
              <a:alphaModFix amt="70000"/>
            </a:blip>
            <a:stretch>
              <a:fillRect b="0" l="0" r="0" t="0"/>
            </a:stretch>
          </a:blipFill>
          <a:ln>
            <a:noFill/>
          </a:ln>
        </p:spPr>
      </p:pic>
      <p:sp>
        <p:nvSpPr>
          <p:cNvPr id="65" name="Google Shape;65;p25"/>
          <p:cNvSpPr txBox="1"/>
          <p:nvPr>
            <p:ph idx="1" type="body"/>
          </p:nvPr>
        </p:nvSpPr>
        <p:spPr>
          <a:xfrm>
            <a:off x="5148072" y="704088"/>
            <a:ext cx="6428100" cy="5230500"/>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25"/>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showMasterSp="0">
  <p:cSld name="Title with Picture">
    <p:bg>
      <p:bgPr>
        <a:solidFill>
          <a:schemeClr val="dk1"/>
        </a:solidFill>
      </p:bgPr>
    </p:bg>
    <p:spTree>
      <p:nvGrpSpPr>
        <p:cNvPr id="68" name="Shape 68"/>
        <p:cNvGrpSpPr/>
        <p:nvPr/>
      </p:nvGrpSpPr>
      <p:grpSpPr>
        <a:xfrm>
          <a:off x="0" y="0"/>
          <a:ext cx="0" cy="0"/>
          <a:chOff x="0" y="0"/>
          <a:chExt cx="0" cy="0"/>
        </a:xfrm>
      </p:grpSpPr>
      <p:sp>
        <p:nvSpPr>
          <p:cNvPr id="69" name="Google Shape;69;p2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70" name="Google Shape;70;p26"/>
          <p:cNvSpPr/>
          <p:nvPr/>
        </p:nvSpPr>
        <p:spPr>
          <a:xfrm>
            <a:off x="5067300" y="-429"/>
            <a:ext cx="7143000" cy="6858300"/>
          </a:xfrm>
          <a:prstGeom prst="rect">
            <a:avLst/>
          </a:prstGeom>
          <a:gradFill>
            <a:gsLst>
              <a:gs pos="0">
                <a:srgbClr val="FF411C"/>
              </a:gs>
              <a:gs pos="100000">
                <a:srgbClr val="92248E"/>
              </a:gs>
            </a:gsLst>
            <a:lin ang="1679992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71" name="Google Shape;71;p26"/>
          <p:cNvSpPr/>
          <p:nvPr/>
        </p:nvSpPr>
        <p:spPr>
          <a:xfrm>
            <a:off x="5067301" y="0"/>
            <a:ext cx="7158300" cy="6858000"/>
          </a:xfrm>
          <a:prstGeom prst="rect">
            <a:avLst/>
          </a:prstGeom>
          <a:gradFill>
            <a:gsLst>
              <a:gs pos="0">
                <a:srgbClr val="DA002F">
                  <a:alpha val="5882"/>
                </a:srgbClr>
              </a:gs>
              <a:gs pos="27000">
                <a:srgbClr val="DA002F">
                  <a:alpha val="5882"/>
                </a:srgbClr>
              </a:gs>
              <a:gs pos="98000">
                <a:srgbClr val="9B3597">
                  <a:alpha val="72941"/>
                </a:srgbClr>
              </a:gs>
              <a:gs pos="100000">
                <a:srgbClr val="9B3597">
                  <a:alpha val="72941"/>
                </a:srgbClr>
              </a:gs>
            </a:gsLst>
            <a:lin ang="113999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72" name="Google Shape;72;p26"/>
          <p:cNvSpPr/>
          <p:nvPr/>
        </p:nvSpPr>
        <p:spPr>
          <a:xfrm rot="10800000">
            <a:off x="5067354" y="4571999"/>
            <a:ext cx="7140000" cy="2286000"/>
          </a:xfrm>
          <a:prstGeom prst="rect">
            <a:avLst/>
          </a:prstGeom>
          <a:gradFill>
            <a:gsLst>
              <a:gs pos="0">
                <a:srgbClr val="FF907A">
                  <a:alpha val="40000"/>
                </a:srgbClr>
              </a:gs>
              <a:gs pos="28000">
                <a:srgbClr val="FF907A">
                  <a:alpha val="40000"/>
                </a:srgbClr>
              </a:gs>
              <a:gs pos="100000">
                <a:srgbClr val="DA002F">
                  <a:alpha val="20000"/>
                </a:srgbClr>
              </a:gs>
            </a:gsLst>
            <a:lin ang="1740015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73" name="Google Shape;73;p26"/>
          <p:cNvSpPr/>
          <p:nvPr/>
        </p:nvSpPr>
        <p:spPr>
          <a:xfrm rot="-7895768">
            <a:off x="6080874" y="830662"/>
            <a:ext cx="4998376" cy="4998376"/>
          </a:xfrm>
          <a:prstGeom prst="ellipse">
            <a:avLst/>
          </a:prstGeom>
          <a:gradFill>
            <a:gsLst>
              <a:gs pos="0">
                <a:srgbClr val="FFDBCC">
                  <a:alpha val="0"/>
                </a:srgbClr>
              </a:gs>
              <a:gs pos="39000">
                <a:srgbClr val="FFDBCC">
                  <a:alpha val="0"/>
                </a:srgbClr>
              </a:gs>
              <a:gs pos="100000">
                <a:srgbClr val="FF907A">
                  <a:alpha val="20000"/>
                </a:srgbClr>
              </a:gs>
            </a:gsLst>
            <a:lin ang="720001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74" name="Google Shape;74;p26"/>
          <p:cNvSpPr txBox="1"/>
          <p:nvPr>
            <p:ph type="ctrTitle"/>
          </p:nvPr>
        </p:nvSpPr>
        <p:spPr>
          <a:xfrm>
            <a:off x="5687568" y="1270535"/>
            <a:ext cx="5513700" cy="2889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Avenir"/>
              <a:buNone/>
              <a:defRPr sz="36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6"/>
          <p:cNvSpPr txBox="1"/>
          <p:nvPr>
            <p:ph idx="1" type="subTitle"/>
          </p:nvPr>
        </p:nvSpPr>
        <p:spPr>
          <a:xfrm>
            <a:off x="5687568" y="4974336"/>
            <a:ext cx="5715000" cy="1481400"/>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1000"/>
              </a:spcBef>
              <a:spcAft>
                <a:spcPts val="0"/>
              </a:spcAft>
              <a:buClr>
                <a:schemeClr val="lt1"/>
              </a:buClr>
              <a:buSzPts val="1400"/>
              <a:buNone/>
              <a:defRPr cap="none">
                <a:solidFill>
                  <a:schemeClr val="lt1"/>
                </a:solidFill>
              </a:defRPr>
            </a:lvl1pPr>
            <a:lvl2pPr lvl="1" algn="l">
              <a:lnSpc>
                <a:spcPct val="120000"/>
              </a:lnSpc>
              <a:spcBef>
                <a:spcPts val="500"/>
              </a:spcBef>
              <a:spcAft>
                <a:spcPts val="0"/>
              </a:spcAft>
              <a:buClr>
                <a:schemeClr val="lt1"/>
              </a:buClr>
              <a:buSzPts val="1800"/>
              <a:buChar char="•"/>
              <a:defRPr/>
            </a:lvl2pPr>
            <a:lvl3pPr lvl="2" algn="l">
              <a:lnSpc>
                <a:spcPct val="120000"/>
              </a:lnSpc>
              <a:spcBef>
                <a:spcPts val="500"/>
              </a:spcBef>
              <a:spcAft>
                <a:spcPts val="0"/>
              </a:spcAft>
              <a:buClr>
                <a:schemeClr val="lt1"/>
              </a:buClr>
              <a:buSzPts val="1800"/>
              <a:buChar char="•"/>
              <a:defRPr/>
            </a:lvl3pPr>
            <a:lvl4pPr lvl="3" algn="l">
              <a:lnSpc>
                <a:spcPct val="120000"/>
              </a:lnSpc>
              <a:spcBef>
                <a:spcPts val="500"/>
              </a:spcBef>
              <a:spcAft>
                <a:spcPts val="0"/>
              </a:spcAft>
              <a:buClr>
                <a:schemeClr val="lt1"/>
              </a:buClr>
              <a:buSzPts val="1800"/>
              <a:buChar char="•"/>
              <a:defRPr/>
            </a:lvl4pPr>
            <a:lvl5pPr lvl="4" algn="l">
              <a:lnSpc>
                <a:spcPct val="120000"/>
              </a:lnSpc>
              <a:spcBef>
                <a:spcPts val="500"/>
              </a:spcBef>
              <a:spcAft>
                <a:spcPts val="0"/>
              </a:spcAft>
              <a:buClr>
                <a:schemeClr val="lt1"/>
              </a:buClr>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pic>
        <p:nvPicPr>
          <p:cNvPr id="76" name="Google Shape;76;p26"/>
          <p:cNvPicPr preferRelativeResize="0"/>
          <p:nvPr>
            <p:ph idx="2" type="pic"/>
          </p:nvPr>
        </p:nvPicPr>
        <p:blipFill/>
        <p:spPr>
          <a:xfrm>
            <a:off x="0" y="0"/>
            <a:ext cx="5067300" cy="6858000"/>
          </a:xfrm>
          <a:prstGeom prst="rect">
            <a:avLst/>
          </a:prstGeom>
          <a:blipFill rotWithShape="1">
            <a:blip r:embed="rId2">
              <a:alphaModFix amt="70000"/>
            </a:blip>
            <a:stretch>
              <a:fillRect b="0" l="0" r="0" t="0"/>
            </a:stretch>
          </a:blipFill>
          <a:ln>
            <a:noFill/>
          </a:ln>
        </p:spPr>
      </p:pic>
      <p:sp>
        <p:nvSpPr>
          <p:cNvPr id="77" name="Google Shape;77;p26"/>
          <p:cNvSpPr txBox="1"/>
          <p:nvPr>
            <p:ph idx="11" type="ftr"/>
          </p:nvPr>
        </p:nvSpPr>
        <p:spPr>
          <a:xfrm>
            <a:off x="5687566" y="6455664"/>
            <a:ext cx="29025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0" type="dt"/>
          </p:nvPr>
        </p:nvSpPr>
        <p:spPr>
          <a:xfrm>
            <a:off x="8608425" y="6455664"/>
            <a:ext cx="29862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
  <p:cSld name="OBJECT">
    <p:spTree>
      <p:nvGrpSpPr>
        <p:cNvPr id="80" name="Shape 80"/>
        <p:cNvGrpSpPr/>
        <p:nvPr/>
      </p:nvGrpSpPr>
      <p:grpSpPr>
        <a:xfrm>
          <a:off x="0" y="0"/>
          <a:ext cx="0" cy="0"/>
          <a:chOff x="0" y="0"/>
          <a:chExt cx="0" cy="0"/>
        </a:xfrm>
      </p:grpSpPr>
      <p:sp>
        <p:nvSpPr>
          <p:cNvPr id="81" name="Google Shape;81;p27"/>
          <p:cNvSpPr txBox="1"/>
          <p:nvPr>
            <p:ph type="title"/>
          </p:nvPr>
        </p:nvSpPr>
        <p:spPr>
          <a:xfrm>
            <a:off x="1033272" y="347472"/>
            <a:ext cx="9985200" cy="960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27"/>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7"/>
          <p:cNvSpPr txBox="1"/>
          <p:nvPr>
            <p:ph idx="1" type="body"/>
          </p:nvPr>
        </p:nvSpPr>
        <p:spPr>
          <a:xfrm>
            <a:off x="1033272" y="1563624"/>
            <a:ext cx="9985200" cy="45720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27"/>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7"/>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2" showMasterSp="0">
  <p:cSld name="Title with Picture 2">
    <p:bg>
      <p:bgPr>
        <a:solidFill>
          <a:schemeClr val="dk1"/>
        </a:solidFill>
      </p:bgPr>
    </p:bg>
    <p:spTree>
      <p:nvGrpSpPr>
        <p:cNvPr id="86" name="Shape 86"/>
        <p:cNvGrpSpPr/>
        <p:nvPr/>
      </p:nvGrpSpPr>
      <p:grpSpPr>
        <a:xfrm>
          <a:off x="0" y="0"/>
          <a:ext cx="0" cy="0"/>
          <a:chOff x="0" y="0"/>
          <a:chExt cx="0" cy="0"/>
        </a:xfrm>
      </p:grpSpPr>
      <p:sp>
        <p:nvSpPr>
          <p:cNvPr id="87" name="Google Shape;87;p2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8" name="Google Shape;88;p28"/>
          <p:cNvSpPr/>
          <p:nvPr/>
        </p:nvSpPr>
        <p:spPr>
          <a:xfrm flipH="1" rot="10800000">
            <a:off x="0" y="4571918"/>
            <a:ext cx="12192000" cy="2286300"/>
          </a:xfrm>
          <a:prstGeom prst="rect">
            <a:avLst/>
          </a:prstGeom>
          <a:gradFill>
            <a:gsLst>
              <a:gs pos="0">
                <a:srgbClr val="FF907A"/>
              </a:gs>
              <a:gs pos="100000">
                <a:srgbClr val="DA002F"/>
              </a:gs>
            </a:gsLst>
            <a:lin ang="480012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89" name="Google Shape;89;p28"/>
          <p:cNvSpPr/>
          <p:nvPr/>
        </p:nvSpPr>
        <p:spPr>
          <a:xfrm flipH="1" rot="10800000">
            <a:off x="4038600" y="4571808"/>
            <a:ext cx="8151900" cy="2286300"/>
          </a:xfrm>
          <a:prstGeom prst="rect">
            <a:avLst/>
          </a:prstGeom>
          <a:gradFill>
            <a:gsLst>
              <a:gs pos="0">
                <a:srgbClr val="FF5076">
                  <a:alpha val="0"/>
                </a:srgbClr>
              </a:gs>
              <a:gs pos="99000">
                <a:srgbClr val="91049C">
                  <a:alpha val="81960"/>
                </a:srgbClr>
              </a:gs>
              <a:gs pos="100000">
                <a:srgbClr val="91049C">
                  <a:alpha val="81960"/>
                </a:srgbClr>
              </a:gs>
            </a:gsLst>
            <a:lin ang="1740015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90" name="Google Shape;90;p28"/>
          <p:cNvSpPr/>
          <p:nvPr/>
        </p:nvSpPr>
        <p:spPr>
          <a:xfrm rot="-6767103">
            <a:off x="3014877" y="2993988"/>
            <a:ext cx="2353561" cy="3829168"/>
          </a:xfrm>
          <a:custGeom>
            <a:rect b="b" l="l" r="r" t="t"/>
            <a:pathLst>
              <a:path extrusionOk="0" h="3826944" w="235219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8"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91" name="Google Shape;91;p28"/>
          <p:cNvSpPr/>
          <p:nvPr/>
        </p:nvSpPr>
        <p:spPr>
          <a:xfrm flipH="1">
            <a:off x="3047997" y="4571999"/>
            <a:ext cx="9144000" cy="1841100"/>
          </a:xfrm>
          <a:prstGeom prst="rect">
            <a:avLst/>
          </a:prstGeom>
          <a:gradFill>
            <a:gsLst>
              <a:gs pos="0">
                <a:srgbClr val="FF411C">
                  <a:alpha val="29803"/>
                </a:srgbClr>
              </a:gs>
              <a:gs pos="78000">
                <a:srgbClr val="DA002F">
                  <a:alpha val="0"/>
                </a:srgbClr>
              </a:gs>
              <a:gs pos="100000">
                <a:srgbClr val="DA002F">
                  <a:alpha val="0"/>
                </a:srgbClr>
              </a:gs>
            </a:gsLst>
            <a:lin ang="2159386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92" name="Google Shape;92;p28"/>
          <p:cNvSpPr txBox="1"/>
          <p:nvPr>
            <p:ph type="ctrTitle"/>
          </p:nvPr>
        </p:nvSpPr>
        <p:spPr>
          <a:xfrm>
            <a:off x="731520" y="4791456"/>
            <a:ext cx="10570500" cy="117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000"/>
              <a:buFont typeface="Avenir"/>
              <a:buNone/>
              <a:defRPr sz="4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8"/>
          <p:cNvSpPr txBox="1"/>
          <p:nvPr>
            <p:ph idx="1" type="subTitle"/>
          </p:nvPr>
        </p:nvSpPr>
        <p:spPr>
          <a:xfrm>
            <a:off x="731520" y="6025896"/>
            <a:ext cx="10579500" cy="429900"/>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lt1"/>
              </a:buClr>
              <a:buSzPts val="1600"/>
              <a:buNone/>
              <a:defRPr sz="1600" cap="none">
                <a:solidFill>
                  <a:schemeClr val="lt1"/>
                </a:solidFill>
                <a:latin typeface="Avenir"/>
                <a:ea typeface="Avenir"/>
                <a:cs typeface="Avenir"/>
                <a:sym typeface="Avenir"/>
              </a:defRPr>
            </a:lvl1pPr>
            <a:lvl2pPr lvl="1" algn="l">
              <a:lnSpc>
                <a:spcPct val="120000"/>
              </a:lnSpc>
              <a:spcBef>
                <a:spcPts val="500"/>
              </a:spcBef>
              <a:spcAft>
                <a:spcPts val="0"/>
              </a:spcAft>
              <a:buClr>
                <a:schemeClr val="lt1"/>
              </a:buClr>
              <a:buSzPts val="1800"/>
              <a:buChar char="•"/>
              <a:defRPr/>
            </a:lvl2pPr>
            <a:lvl3pPr lvl="2" algn="l">
              <a:lnSpc>
                <a:spcPct val="120000"/>
              </a:lnSpc>
              <a:spcBef>
                <a:spcPts val="500"/>
              </a:spcBef>
              <a:spcAft>
                <a:spcPts val="0"/>
              </a:spcAft>
              <a:buClr>
                <a:schemeClr val="lt1"/>
              </a:buClr>
              <a:buSzPts val="1800"/>
              <a:buChar char="•"/>
              <a:defRPr/>
            </a:lvl3pPr>
            <a:lvl4pPr lvl="3" algn="l">
              <a:lnSpc>
                <a:spcPct val="120000"/>
              </a:lnSpc>
              <a:spcBef>
                <a:spcPts val="500"/>
              </a:spcBef>
              <a:spcAft>
                <a:spcPts val="0"/>
              </a:spcAft>
              <a:buClr>
                <a:schemeClr val="lt1"/>
              </a:buClr>
              <a:buSzPts val="1800"/>
              <a:buChar char="•"/>
              <a:defRPr/>
            </a:lvl4pPr>
            <a:lvl5pPr lvl="4" algn="l">
              <a:lnSpc>
                <a:spcPct val="120000"/>
              </a:lnSpc>
              <a:spcBef>
                <a:spcPts val="500"/>
              </a:spcBef>
              <a:spcAft>
                <a:spcPts val="0"/>
              </a:spcAft>
              <a:buClr>
                <a:schemeClr val="lt1"/>
              </a:buClr>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pic>
        <p:nvPicPr>
          <p:cNvPr id="94" name="Google Shape;94;p28"/>
          <p:cNvPicPr preferRelativeResize="0"/>
          <p:nvPr>
            <p:ph idx="2" type="pic"/>
          </p:nvPr>
        </p:nvPicPr>
        <p:blipFill/>
        <p:spPr>
          <a:xfrm>
            <a:off x="0" y="0"/>
            <a:ext cx="12192000" cy="4572000"/>
          </a:xfrm>
          <a:prstGeom prst="rect">
            <a:avLst/>
          </a:prstGeom>
          <a:blipFill rotWithShape="1">
            <a:blip r:embed="rId2">
              <a:alphaModFix amt="70000"/>
            </a:blip>
            <a:stretch>
              <a:fillRect b="0" l="0" r="0" t="0"/>
            </a:stretch>
          </a:blipFill>
          <a:ln>
            <a:noFill/>
          </a:ln>
        </p:spPr>
      </p:pic>
      <p:sp>
        <p:nvSpPr>
          <p:cNvPr id="95" name="Google Shape;95;p28"/>
          <p:cNvSpPr txBox="1"/>
          <p:nvPr>
            <p:ph idx="11" type="ftr"/>
          </p:nvPr>
        </p:nvSpPr>
        <p:spPr>
          <a:xfrm>
            <a:off x="731520" y="6455664"/>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8"/>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8"/>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3" showMasterSp="0">
  <p:cSld name="Title with Picture 3">
    <p:bg>
      <p:bgPr>
        <a:solidFill>
          <a:schemeClr val="dk1"/>
        </a:solidFill>
      </p:bgPr>
    </p:bg>
    <p:spTree>
      <p:nvGrpSpPr>
        <p:cNvPr id="98" name="Shape 98"/>
        <p:cNvGrpSpPr/>
        <p:nvPr/>
      </p:nvGrpSpPr>
      <p:grpSpPr>
        <a:xfrm>
          <a:off x="0" y="0"/>
          <a:ext cx="0" cy="0"/>
          <a:chOff x="0" y="0"/>
          <a:chExt cx="0" cy="0"/>
        </a:xfrm>
      </p:grpSpPr>
      <p:sp>
        <p:nvSpPr>
          <p:cNvPr id="99" name="Google Shape;99;p2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00" name="Google Shape;100;p29"/>
          <p:cNvSpPr/>
          <p:nvPr/>
        </p:nvSpPr>
        <p:spPr>
          <a:xfrm flipH="1" rot="10800000">
            <a:off x="0" y="-39"/>
            <a:ext cx="6096000" cy="6868500"/>
          </a:xfrm>
          <a:prstGeom prst="rect">
            <a:avLst/>
          </a:prstGeom>
          <a:gradFill>
            <a:gsLst>
              <a:gs pos="0">
                <a:srgbClr val="FE4A00">
                  <a:alpha val="65882"/>
                </a:srgbClr>
              </a:gs>
              <a:gs pos="100000">
                <a:srgbClr val="A6025C"/>
              </a:gs>
            </a:gsLst>
            <a:lin ang="1319991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01" name="Google Shape;101;p29"/>
          <p:cNvSpPr/>
          <p:nvPr/>
        </p:nvSpPr>
        <p:spPr>
          <a:xfrm flipH="1" rot="10800000">
            <a:off x="-18287" y="4582494"/>
            <a:ext cx="6114300" cy="2275500"/>
          </a:xfrm>
          <a:prstGeom prst="rect">
            <a:avLst/>
          </a:prstGeom>
          <a:gradFill>
            <a:gsLst>
              <a:gs pos="0">
                <a:srgbClr val="DA002F">
                  <a:alpha val="0"/>
                </a:srgbClr>
              </a:gs>
              <a:gs pos="99000">
                <a:srgbClr val="92248E">
                  <a:alpha val="26666"/>
                </a:srgbClr>
              </a:gs>
              <a:gs pos="100000">
                <a:srgbClr val="92248E">
                  <a:alpha val="26666"/>
                </a:srgbClr>
              </a:gs>
            </a:gsLst>
            <a:lin ang="660013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02" name="Google Shape;102;p29"/>
          <p:cNvSpPr/>
          <p:nvPr/>
        </p:nvSpPr>
        <p:spPr>
          <a:xfrm flipH="1" rot="5400000">
            <a:off x="-149048" y="532272"/>
            <a:ext cx="6879000" cy="5814300"/>
          </a:xfrm>
          <a:prstGeom prst="rect">
            <a:avLst/>
          </a:prstGeom>
          <a:gradFill>
            <a:gsLst>
              <a:gs pos="0">
                <a:srgbClr val="FE4A00">
                  <a:alpha val="0"/>
                </a:srgbClr>
              </a:gs>
              <a:gs pos="100000">
                <a:srgbClr val="A60296">
                  <a:alpha val="38039"/>
                </a:srgbClr>
              </a:gs>
            </a:gsLst>
            <a:lin ang="120011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03" name="Google Shape;103;p29"/>
          <p:cNvSpPr/>
          <p:nvPr/>
        </p:nvSpPr>
        <p:spPr>
          <a:xfrm rot="10800000">
            <a:off x="949045" y="1319083"/>
            <a:ext cx="4648800" cy="4648800"/>
          </a:xfrm>
          <a:prstGeom prst="ellipse">
            <a:avLst/>
          </a:prstGeom>
          <a:gradFill>
            <a:gsLst>
              <a:gs pos="0">
                <a:srgbClr val="FF907A">
                  <a:alpha val="0"/>
                </a:srgbClr>
              </a:gs>
              <a:gs pos="31000">
                <a:srgbClr val="FF907A">
                  <a:alpha val="0"/>
                </a:srgbClr>
              </a:gs>
              <a:gs pos="85000">
                <a:srgbClr val="FFBCAF">
                  <a:alpha val="12156"/>
                </a:srgbClr>
              </a:gs>
              <a:gs pos="100000">
                <a:srgbClr val="FFBCAF">
                  <a:alpha val="12156"/>
                </a:srgbClr>
              </a:gs>
            </a:gsLst>
            <a:lin ang="113999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04" name="Google Shape;104;p29"/>
          <p:cNvSpPr txBox="1"/>
          <p:nvPr>
            <p:ph type="ctrTitle"/>
          </p:nvPr>
        </p:nvSpPr>
        <p:spPr>
          <a:xfrm>
            <a:off x="731520" y="941832"/>
            <a:ext cx="4626900" cy="3209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Avenir"/>
              <a:buNone/>
              <a:defRPr sz="36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29"/>
          <p:cNvSpPr txBox="1"/>
          <p:nvPr>
            <p:ph idx="1" type="subTitle"/>
          </p:nvPr>
        </p:nvSpPr>
        <p:spPr>
          <a:xfrm>
            <a:off x="731520" y="4974336"/>
            <a:ext cx="4626900" cy="1453800"/>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1000"/>
              </a:spcBef>
              <a:spcAft>
                <a:spcPts val="0"/>
              </a:spcAft>
              <a:buClr>
                <a:schemeClr val="lt1"/>
              </a:buClr>
              <a:buSzPts val="1400"/>
              <a:buNone/>
              <a:defRPr cap="none">
                <a:solidFill>
                  <a:schemeClr val="lt1"/>
                </a:solidFill>
              </a:defRPr>
            </a:lvl1pPr>
            <a:lvl2pPr lvl="1" algn="l">
              <a:lnSpc>
                <a:spcPct val="120000"/>
              </a:lnSpc>
              <a:spcBef>
                <a:spcPts val="500"/>
              </a:spcBef>
              <a:spcAft>
                <a:spcPts val="0"/>
              </a:spcAft>
              <a:buClr>
                <a:schemeClr val="lt1"/>
              </a:buClr>
              <a:buSzPts val="1800"/>
              <a:buChar char="•"/>
              <a:defRPr/>
            </a:lvl2pPr>
            <a:lvl3pPr lvl="2" algn="l">
              <a:lnSpc>
                <a:spcPct val="120000"/>
              </a:lnSpc>
              <a:spcBef>
                <a:spcPts val="500"/>
              </a:spcBef>
              <a:spcAft>
                <a:spcPts val="0"/>
              </a:spcAft>
              <a:buClr>
                <a:schemeClr val="lt1"/>
              </a:buClr>
              <a:buSzPts val="1800"/>
              <a:buChar char="•"/>
              <a:defRPr/>
            </a:lvl3pPr>
            <a:lvl4pPr lvl="3" algn="l">
              <a:lnSpc>
                <a:spcPct val="120000"/>
              </a:lnSpc>
              <a:spcBef>
                <a:spcPts val="500"/>
              </a:spcBef>
              <a:spcAft>
                <a:spcPts val="0"/>
              </a:spcAft>
              <a:buClr>
                <a:schemeClr val="lt1"/>
              </a:buClr>
              <a:buSzPts val="1800"/>
              <a:buChar char="•"/>
              <a:defRPr/>
            </a:lvl4pPr>
            <a:lvl5pPr lvl="4" algn="l">
              <a:lnSpc>
                <a:spcPct val="120000"/>
              </a:lnSpc>
              <a:spcBef>
                <a:spcPts val="500"/>
              </a:spcBef>
              <a:spcAft>
                <a:spcPts val="0"/>
              </a:spcAft>
              <a:buClr>
                <a:schemeClr val="lt1"/>
              </a:buClr>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106" name="Google Shape;106;p29"/>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29"/>
          <p:cNvSpPr txBox="1"/>
          <p:nvPr>
            <p:ph idx="10" type="dt"/>
          </p:nvPr>
        </p:nvSpPr>
        <p:spPr>
          <a:xfrm>
            <a:off x="731520" y="6455664"/>
            <a:ext cx="40965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9"/>
          <p:cNvSpPr txBox="1"/>
          <p:nvPr>
            <p:ph idx="12" type="sldNum"/>
          </p:nvPr>
        </p:nvSpPr>
        <p:spPr>
          <a:xfrm>
            <a:off x="480974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pic>
        <p:nvPicPr>
          <p:cNvPr id="109" name="Google Shape;109;p29"/>
          <p:cNvPicPr preferRelativeResize="0"/>
          <p:nvPr>
            <p:ph idx="2" type="pic"/>
          </p:nvPr>
        </p:nvPicPr>
        <p:blipFill/>
        <p:spPr>
          <a:xfrm>
            <a:off x="6092952" y="0"/>
            <a:ext cx="6099000" cy="6858000"/>
          </a:xfrm>
          <a:prstGeom prst="rect">
            <a:avLst/>
          </a:prstGeom>
          <a:blipFill rotWithShape="1">
            <a:blip r:embed="rId2">
              <a:alphaModFix amt="70000"/>
            </a:blip>
            <a:stretch>
              <a:fillRect b="0" l="0" r="0" t="0"/>
            </a:stretch>
          </a:blip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4" showMasterSp="0">
  <p:cSld name="Title with Picture 4">
    <p:bg>
      <p:bgPr>
        <a:solidFill>
          <a:schemeClr val="dk1"/>
        </a:solidFill>
      </p:bgPr>
    </p:bg>
    <p:spTree>
      <p:nvGrpSpPr>
        <p:cNvPr id="110" name="Shape 110"/>
        <p:cNvGrpSpPr/>
        <p:nvPr/>
      </p:nvGrpSpPr>
      <p:grpSpPr>
        <a:xfrm>
          <a:off x="0" y="0"/>
          <a:ext cx="0" cy="0"/>
          <a:chOff x="0" y="0"/>
          <a:chExt cx="0" cy="0"/>
        </a:xfrm>
      </p:grpSpPr>
      <p:sp>
        <p:nvSpPr>
          <p:cNvPr id="111" name="Google Shape;111;p3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2" name="Google Shape;112;p30"/>
          <p:cNvSpPr/>
          <p:nvPr/>
        </p:nvSpPr>
        <p:spPr>
          <a:xfrm flipH="1" rot="5400000">
            <a:off x="-1399500" y="1399618"/>
            <a:ext cx="6875700" cy="4076700"/>
          </a:xfrm>
          <a:prstGeom prst="rect">
            <a:avLst/>
          </a:prstGeom>
          <a:gradFill>
            <a:gsLst>
              <a:gs pos="0">
                <a:srgbClr val="92248E"/>
              </a:gs>
              <a:gs pos="11000">
                <a:srgbClr val="92248E"/>
              </a:gs>
              <a:gs pos="100000">
                <a:srgbClr val="FF411C">
                  <a:alpha val="85098"/>
                </a:srgbClr>
              </a:gs>
            </a:gsLst>
            <a:lin ang="1859992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3" name="Google Shape;113;p30"/>
          <p:cNvSpPr/>
          <p:nvPr/>
        </p:nvSpPr>
        <p:spPr>
          <a:xfrm rot="-5400000">
            <a:off x="890100" y="3681852"/>
            <a:ext cx="2296500" cy="4076700"/>
          </a:xfrm>
          <a:prstGeom prst="rect">
            <a:avLst/>
          </a:prstGeom>
          <a:gradFill>
            <a:gsLst>
              <a:gs pos="0">
                <a:srgbClr val="DA002F">
                  <a:alpha val="54901"/>
                </a:srgbClr>
              </a:gs>
              <a:gs pos="100000">
                <a:srgbClr val="FF907A">
                  <a:alpha val="0"/>
                </a:srgbClr>
              </a:gs>
            </a:gsLst>
            <a:lin ang="779990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4" name="Google Shape;114;p30"/>
          <p:cNvSpPr/>
          <p:nvPr/>
        </p:nvSpPr>
        <p:spPr>
          <a:xfrm rot="6100492">
            <a:off x="-752289" y="1199324"/>
            <a:ext cx="4811682" cy="4091540"/>
          </a:xfrm>
          <a:custGeom>
            <a:rect b="b" l="l" r="r" t="t"/>
            <a:pathLst>
              <a:path extrusionOk="0" h="4088666" w="4808302">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FFDBCC">
                  <a:alpha val="0"/>
                </a:srgbClr>
              </a:gs>
              <a:gs pos="39000">
                <a:srgbClr val="FFDBCC">
                  <a:alpha val="0"/>
                </a:srgbClr>
              </a:gs>
              <a:gs pos="100000">
                <a:srgbClr val="FF907A">
                  <a:alpha val="30196"/>
                </a:srgbClr>
              </a:gs>
            </a:gsLst>
            <a:lin ang="1679992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5" name="Google Shape;115;p30"/>
          <p:cNvSpPr txBox="1"/>
          <p:nvPr>
            <p:ph type="ctrTitle"/>
          </p:nvPr>
        </p:nvSpPr>
        <p:spPr>
          <a:xfrm>
            <a:off x="612648" y="850392"/>
            <a:ext cx="2935200" cy="30357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2800"/>
              <a:buFont typeface="Avenir"/>
              <a:buNone/>
              <a:defRPr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30"/>
          <p:cNvSpPr txBox="1"/>
          <p:nvPr>
            <p:ph idx="1" type="subTitle"/>
          </p:nvPr>
        </p:nvSpPr>
        <p:spPr>
          <a:xfrm>
            <a:off x="612648" y="5001768"/>
            <a:ext cx="2926200" cy="1490400"/>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1000"/>
              </a:spcBef>
              <a:spcAft>
                <a:spcPts val="0"/>
              </a:spcAft>
              <a:buClr>
                <a:schemeClr val="lt1"/>
              </a:buClr>
              <a:buSzPts val="1600"/>
              <a:buNone/>
              <a:defRPr sz="1600" cap="none">
                <a:solidFill>
                  <a:schemeClr val="lt1"/>
                </a:solidFill>
                <a:latin typeface="Avenir"/>
                <a:ea typeface="Avenir"/>
                <a:cs typeface="Avenir"/>
                <a:sym typeface="Avenir"/>
              </a:defRPr>
            </a:lvl1pPr>
            <a:lvl2pPr lvl="1" algn="l">
              <a:lnSpc>
                <a:spcPct val="120000"/>
              </a:lnSpc>
              <a:spcBef>
                <a:spcPts val="500"/>
              </a:spcBef>
              <a:spcAft>
                <a:spcPts val="0"/>
              </a:spcAft>
              <a:buClr>
                <a:schemeClr val="lt1"/>
              </a:buClr>
              <a:buSzPts val="1800"/>
              <a:buChar char="•"/>
              <a:defRPr/>
            </a:lvl2pPr>
            <a:lvl3pPr lvl="2" algn="l">
              <a:lnSpc>
                <a:spcPct val="120000"/>
              </a:lnSpc>
              <a:spcBef>
                <a:spcPts val="500"/>
              </a:spcBef>
              <a:spcAft>
                <a:spcPts val="0"/>
              </a:spcAft>
              <a:buClr>
                <a:schemeClr val="lt1"/>
              </a:buClr>
              <a:buSzPts val="1800"/>
              <a:buChar char="•"/>
              <a:defRPr/>
            </a:lvl3pPr>
            <a:lvl4pPr lvl="3" algn="l">
              <a:lnSpc>
                <a:spcPct val="120000"/>
              </a:lnSpc>
              <a:spcBef>
                <a:spcPts val="500"/>
              </a:spcBef>
              <a:spcAft>
                <a:spcPts val="0"/>
              </a:spcAft>
              <a:buClr>
                <a:schemeClr val="lt1"/>
              </a:buClr>
              <a:buSzPts val="1800"/>
              <a:buChar char="•"/>
              <a:defRPr/>
            </a:lvl4pPr>
            <a:lvl5pPr lvl="4" algn="l">
              <a:lnSpc>
                <a:spcPct val="120000"/>
              </a:lnSpc>
              <a:spcBef>
                <a:spcPts val="500"/>
              </a:spcBef>
              <a:spcAft>
                <a:spcPts val="0"/>
              </a:spcAft>
              <a:buClr>
                <a:schemeClr val="lt1"/>
              </a:buClr>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117" name="Google Shape;117;p30"/>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0"/>
          <p:cNvSpPr txBox="1"/>
          <p:nvPr>
            <p:ph idx="12" type="sldNum"/>
          </p:nvPr>
        </p:nvSpPr>
        <p:spPr>
          <a:xfrm>
            <a:off x="320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119" name="Google Shape;119;p30"/>
          <p:cNvSpPr txBox="1"/>
          <p:nvPr>
            <p:ph idx="10" type="dt"/>
          </p:nvPr>
        </p:nvSpPr>
        <p:spPr>
          <a:xfrm>
            <a:off x="612648" y="6455664"/>
            <a:ext cx="32277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120" name="Google Shape;120;p30"/>
          <p:cNvPicPr preferRelativeResize="0"/>
          <p:nvPr>
            <p:ph idx="2" type="pic"/>
          </p:nvPr>
        </p:nvPicPr>
        <p:blipFill/>
        <p:spPr>
          <a:xfrm>
            <a:off x="4076700" y="0"/>
            <a:ext cx="8115300" cy="6868500"/>
          </a:xfrm>
          <a:prstGeom prst="rect">
            <a:avLst/>
          </a:prstGeom>
          <a:blipFill rotWithShape="1">
            <a:blip r:embed="rId2">
              <a:alphaModFix amt="70000"/>
            </a:blip>
            <a:stretch>
              <a:fillRect b="0" l="0" r="0" t="0"/>
            </a:stretch>
          </a:blip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type="title">
  <p:cSld name="TITLE">
    <p:bg>
      <p:bgPr>
        <a:solidFill>
          <a:schemeClr val="dk1"/>
        </a:solidFill>
      </p:bgPr>
    </p:bg>
    <p:spTree>
      <p:nvGrpSpPr>
        <p:cNvPr id="121" name="Shape 121"/>
        <p:cNvGrpSpPr/>
        <p:nvPr/>
      </p:nvGrpSpPr>
      <p:grpSpPr>
        <a:xfrm>
          <a:off x="0" y="0"/>
          <a:ext cx="0" cy="0"/>
          <a:chOff x="0" y="0"/>
          <a:chExt cx="0" cy="0"/>
        </a:xfrm>
      </p:grpSpPr>
      <p:sp>
        <p:nvSpPr>
          <p:cNvPr id="122" name="Google Shape;122;p19"/>
          <p:cNvSpPr/>
          <p:nvPr/>
        </p:nvSpPr>
        <p:spPr>
          <a:xfrm rot="10800000">
            <a:off x="-14413" y="0"/>
            <a:ext cx="12224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23" name="Google Shape;123;p19"/>
          <p:cNvSpPr/>
          <p:nvPr/>
        </p:nvSpPr>
        <p:spPr>
          <a:xfrm flipH="1" rot="10800000">
            <a:off x="-7227" y="-4978"/>
            <a:ext cx="12217500" cy="6865500"/>
          </a:xfrm>
          <a:prstGeom prst="rect">
            <a:avLst/>
          </a:prstGeom>
          <a:gradFill>
            <a:gsLst>
              <a:gs pos="0">
                <a:srgbClr val="FF411C">
                  <a:alpha val="65882"/>
                </a:srgbClr>
              </a:gs>
              <a:gs pos="99000">
                <a:srgbClr val="962077"/>
              </a:gs>
              <a:gs pos="100000">
                <a:srgbClr val="962077"/>
              </a:gs>
            </a:gsLst>
            <a:lin ang="480012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24" name="Google Shape;124;p19"/>
          <p:cNvSpPr/>
          <p:nvPr/>
        </p:nvSpPr>
        <p:spPr>
          <a:xfrm>
            <a:off x="-25514" y="-5045"/>
            <a:ext cx="12217500" cy="6865500"/>
          </a:xfrm>
          <a:prstGeom prst="rect">
            <a:avLst/>
          </a:prstGeom>
          <a:gradFill>
            <a:gsLst>
              <a:gs pos="0">
                <a:srgbClr val="FA0036">
                  <a:alpha val="3921"/>
                </a:srgbClr>
              </a:gs>
              <a:gs pos="99000">
                <a:srgbClr val="92248E">
                  <a:alpha val="98039"/>
                </a:srgbClr>
              </a:gs>
              <a:gs pos="100000">
                <a:srgbClr val="92248E">
                  <a:alpha val="98039"/>
                </a:srgbClr>
              </a:gs>
            </a:gsLst>
            <a:lin ang="1679992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25" name="Google Shape;125;p19"/>
          <p:cNvSpPr/>
          <p:nvPr/>
        </p:nvSpPr>
        <p:spPr>
          <a:xfrm rot="5400000">
            <a:off x="3802799" y="-3817197"/>
            <a:ext cx="4572000" cy="12206400"/>
          </a:xfrm>
          <a:prstGeom prst="rect">
            <a:avLst/>
          </a:prstGeom>
          <a:gradFill>
            <a:gsLst>
              <a:gs pos="0">
                <a:srgbClr val="D861D4">
                  <a:alpha val="0"/>
                </a:srgbClr>
              </a:gs>
              <a:gs pos="100000">
                <a:srgbClr val="FF7037">
                  <a:alpha val="65882"/>
                </a:srgbClr>
              </a:gs>
            </a:gsLst>
            <a:lin ang="300012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26" name="Google Shape;126;p19"/>
          <p:cNvSpPr/>
          <p:nvPr/>
        </p:nvSpPr>
        <p:spPr>
          <a:xfrm rot="2369077">
            <a:off x="1027037" y="609481"/>
            <a:ext cx="5005732" cy="5005732"/>
          </a:xfrm>
          <a:prstGeom prst="ellipse">
            <a:avLst/>
          </a:prstGeom>
          <a:gradFill>
            <a:gsLst>
              <a:gs pos="0">
                <a:srgbClr val="FF907A">
                  <a:alpha val="0"/>
                </a:srgbClr>
              </a:gs>
              <a:gs pos="31000">
                <a:srgbClr val="FF907A">
                  <a:alpha val="0"/>
                </a:srgbClr>
              </a:gs>
              <a:gs pos="85000">
                <a:srgbClr val="FFBCAF">
                  <a:alpha val="20000"/>
                </a:srgbClr>
              </a:gs>
              <a:gs pos="100000">
                <a:srgbClr val="FFBCAF">
                  <a:alpha val="20000"/>
                </a:srgbClr>
              </a:gs>
            </a:gsLst>
            <a:lin ang="113999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27" name="Google Shape;127;p19"/>
          <p:cNvSpPr/>
          <p:nvPr/>
        </p:nvSpPr>
        <p:spPr>
          <a:xfrm flipH="1" rot="-5400000">
            <a:off x="-1913447" y="1896475"/>
            <a:ext cx="6860400" cy="3062400"/>
          </a:xfrm>
          <a:prstGeom prst="rect">
            <a:avLst/>
          </a:prstGeom>
          <a:gradFill>
            <a:gsLst>
              <a:gs pos="0">
                <a:srgbClr val="FA0036">
                  <a:alpha val="61960"/>
                </a:srgbClr>
              </a:gs>
              <a:gs pos="77000">
                <a:srgbClr val="FF907A">
                  <a:alpha val="16078"/>
                </a:srgbClr>
              </a:gs>
              <a:gs pos="100000">
                <a:srgbClr val="FF907A">
                  <a:alpha val="16078"/>
                </a:srgbClr>
              </a:gs>
            </a:gsLst>
            <a:lin ang="239989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28" name="Google Shape;128;p19"/>
          <p:cNvSpPr txBox="1"/>
          <p:nvPr>
            <p:ph type="ctrTitle"/>
          </p:nvPr>
        </p:nvSpPr>
        <p:spPr>
          <a:xfrm>
            <a:off x="3557016" y="987552"/>
            <a:ext cx="7644300" cy="2944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5400"/>
              <a:buFont typeface="Avenir"/>
              <a:buNone/>
              <a:defRPr sz="5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19"/>
          <p:cNvSpPr txBox="1"/>
          <p:nvPr>
            <p:ph idx="1" type="subTitle"/>
          </p:nvPr>
        </p:nvSpPr>
        <p:spPr>
          <a:xfrm>
            <a:off x="3538728" y="5294376"/>
            <a:ext cx="7644300" cy="1079100"/>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1000"/>
              </a:spcBef>
              <a:spcAft>
                <a:spcPts val="0"/>
              </a:spcAft>
              <a:buClr>
                <a:schemeClr val="lt1"/>
              </a:buClr>
              <a:buSzPts val="1400"/>
              <a:buNone/>
              <a:defRPr cap="none">
                <a:solidFill>
                  <a:schemeClr val="lt1"/>
                </a:solidFill>
                <a:latin typeface="Avenir"/>
                <a:ea typeface="Avenir"/>
                <a:cs typeface="Avenir"/>
                <a:sym typeface="Avenir"/>
              </a:defRPr>
            </a:lvl1pPr>
            <a:lvl2pPr lvl="1" algn="l">
              <a:lnSpc>
                <a:spcPct val="120000"/>
              </a:lnSpc>
              <a:spcBef>
                <a:spcPts val="500"/>
              </a:spcBef>
              <a:spcAft>
                <a:spcPts val="0"/>
              </a:spcAft>
              <a:buClr>
                <a:schemeClr val="lt1"/>
              </a:buClr>
              <a:buSzPts val="1800"/>
              <a:buChar char="•"/>
              <a:defRPr/>
            </a:lvl2pPr>
            <a:lvl3pPr lvl="2" algn="l">
              <a:lnSpc>
                <a:spcPct val="120000"/>
              </a:lnSpc>
              <a:spcBef>
                <a:spcPts val="500"/>
              </a:spcBef>
              <a:spcAft>
                <a:spcPts val="0"/>
              </a:spcAft>
              <a:buClr>
                <a:schemeClr val="lt1"/>
              </a:buClr>
              <a:buSzPts val="1800"/>
              <a:buChar char="•"/>
              <a:defRPr/>
            </a:lvl3pPr>
            <a:lvl4pPr lvl="3" algn="l">
              <a:lnSpc>
                <a:spcPct val="120000"/>
              </a:lnSpc>
              <a:spcBef>
                <a:spcPts val="500"/>
              </a:spcBef>
              <a:spcAft>
                <a:spcPts val="0"/>
              </a:spcAft>
              <a:buClr>
                <a:schemeClr val="lt1"/>
              </a:buClr>
              <a:buSzPts val="1800"/>
              <a:buChar char="•"/>
              <a:defRPr/>
            </a:lvl4pPr>
            <a:lvl5pPr lvl="4" algn="l">
              <a:lnSpc>
                <a:spcPct val="120000"/>
              </a:lnSpc>
              <a:spcBef>
                <a:spcPts val="500"/>
              </a:spcBef>
              <a:spcAft>
                <a:spcPts val="0"/>
              </a:spcAft>
              <a:buClr>
                <a:schemeClr val="lt1"/>
              </a:buClr>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130" name="Google Shape;130;p19"/>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9"/>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9"/>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showMasterSp="0">
  <p:cSld name="Title 2">
    <p:bg>
      <p:bgPr>
        <a:solidFill>
          <a:schemeClr val="lt1"/>
        </a:solidFill>
      </p:bgPr>
    </p:bg>
    <p:spTree>
      <p:nvGrpSpPr>
        <p:cNvPr id="133" name="Shape 133"/>
        <p:cNvGrpSpPr/>
        <p:nvPr/>
      </p:nvGrpSpPr>
      <p:grpSpPr>
        <a:xfrm>
          <a:off x="0" y="0"/>
          <a:ext cx="0" cy="0"/>
          <a:chOff x="0" y="0"/>
          <a:chExt cx="0" cy="0"/>
        </a:xfrm>
      </p:grpSpPr>
      <p:sp>
        <p:nvSpPr>
          <p:cNvPr id="134" name="Google Shape;134;p31"/>
          <p:cNvSpPr/>
          <p:nvPr/>
        </p:nvSpPr>
        <p:spPr>
          <a:xfrm flipH="1">
            <a:off x="9143851" y="0"/>
            <a:ext cx="3076500" cy="6858000"/>
          </a:xfrm>
          <a:prstGeom prst="rect">
            <a:avLst/>
          </a:prstGeom>
          <a:gradFill>
            <a:gsLst>
              <a:gs pos="0">
                <a:srgbClr val="FF907A"/>
              </a:gs>
              <a:gs pos="100000">
                <a:srgbClr val="DA002F">
                  <a:alpha val="85882"/>
                </a:srgbClr>
              </a:gs>
            </a:gsLst>
            <a:lin ang="59999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5" name="Google Shape;135;p31"/>
          <p:cNvSpPr/>
          <p:nvPr/>
        </p:nvSpPr>
        <p:spPr>
          <a:xfrm flipH="1">
            <a:off x="9143845" y="-1"/>
            <a:ext cx="3076500" cy="4572000"/>
          </a:xfrm>
          <a:prstGeom prst="rect">
            <a:avLst/>
          </a:prstGeom>
          <a:gradFill>
            <a:gsLst>
              <a:gs pos="0">
                <a:srgbClr val="FE4A00">
                  <a:alpha val="0"/>
                </a:srgbClr>
              </a:gs>
              <a:gs pos="26000">
                <a:srgbClr val="FE4A00">
                  <a:alpha val="0"/>
                </a:srgbClr>
              </a:gs>
              <a:gs pos="100000">
                <a:srgbClr val="DA002F">
                  <a:alpha val="65098"/>
                </a:srgbClr>
              </a:gs>
            </a:gsLst>
            <a:lin ang="840013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6" name="Google Shape;136;p31"/>
          <p:cNvSpPr/>
          <p:nvPr/>
        </p:nvSpPr>
        <p:spPr>
          <a:xfrm flipH="1" rot="5400000">
            <a:off x="7253089" y="1890750"/>
            <a:ext cx="6858000" cy="3076500"/>
          </a:xfrm>
          <a:prstGeom prst="rect">
            <a:avLst/>
          </a:prstGeom>
          <a:gradFill>
            <a:gsLst>
              <a:gs pos="0">
                <a:srgbClr val="9B3597"/>
              </a:gs>
              <a:gs pos="2000">
                <a:srgbClr val="9B3597"/>
              </a:gs>
              <a:gs pos="60000">
                <a:srgbClr val="D861D4">
                  <a:alpha val="0"/>
                </a:srgbClr>
              </a:gs>
              <a:gs pos="100000">
                <a:srgbClr val="D861D4">
                  <a:alpha val="0"/>
                </a:srgbClr>
              </a:gs>
            </a:gsLst>
            <a:lin ang="1800004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7" name="Google Shape;137;p31"/>
          <p:cNvSpPr/>
          <p:nvPr/>
        </p:nvSpPr>
        <p:spPr>
          <a:xfrm rot="-9090908">
            <a:off x="7947488" y="1668091"/>
            <a:ext cx="3205441" cy="4402744"/>
          </a:xfrm>
          <a:custGeom>
            <a:rect b="b" l="l" r="r" t="t"/>
            <a:pathLst>
              <a:path extrusionOk="0" h="4397456" w="3201591">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0">
                <a:srgbClr val="FF907A">
                  <a:alpha val="0"/>
                </a:srgbClr>
              </a:gs>
              <a:gs pos="31000">
                <a:srgbClr val="FF907A">
                  <a:alpha val="0"/>
                </a:srgbClr>
              </a:gs>
              <a:gs pos="85000">
                <a:srgbClr val="FFBCAF">
                  <a:alpha val="10196"/>
                </a:srgbClr>
              </a:gs>
              <a:gs pos="100000">
                <a:srgbClr val="FFBCAF">
                  <a:alpha val="10196"/>
                </a:srgbClr>
              </a:gs>
            </a:gsLst>
            <a:lin ang="113999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8" name="Google Shape;138;p31"/>
          <p:cNvSpPr txBox="1"/>
          <p:nvPr>
            <p:ph type="ctrTitle"/>
          </p:nvPr>
        </p:nvSpPr>
        <p:spPr>
          <a:xfrm>
            <a:off x="731520" y="612648"/>
            <a:ext cx="7004400" cy="35571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800"/>
              <a:buFont typeface="Avenir"/>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31"/>
          <p:cNvSpPr txBox="1"/>
          <p:nvPr>
            <p:ph idx="1" type="subTitle"/>
          </p:nvPr>
        </p:nvSpPr>
        <p:spPr>
          <a:xfrm>
            <a:off x="731520" y="4965192"/>
            <a:ext cx="6391800" cy="1490400"/>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1000"/>
              </a:spcBef>
              <a:spcAft>
                <a:spcPts val="0"/>
              </a:spcAft>
              <a:buClr>
                <a:schemeClr val="dk1"/>
              </a:buClr>
              <a:buSzPts val="1400"/>
              <a:buNone/>
              <a:defRPr cap="none">
                <a:latin typeface="Avenir"/>
                <a:ea typeface="Avenir"/>
                <a:cs typeface="Avenir"/>
                <a:sym typeface="Avenir"/>
              </a:defRPr>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40" name="Google Shape;140;p31"/>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1"/>
          <p:cNvSpPr txBox="1"/>
          <p:nvPr>
            <p:ph idx="10" type="dt"/>
          </p:nvPr>
        </p:nvSpPr>
        <p:spPr>
          <a:xfrm>
            <a:off x="4954909" y="6455664"/>
            <a:ext cx="34728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1"/>
          <p:cNvSpPr txBox="1"/>
          <p:nvPr>
            <p:ph idx="12" type="sldNum"/>
          </p:nvPr>
        </p:nvSpPr>
        <p:spPr>
          <a:xfrm>
            <a:off x="8409489"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1"/>
                </a:solidFill>
                <a:latin typeface="Avenir"/>
                <a:ea typeface="Avenir"/>
                <a:cs typeface="Avenir"/>
                <a:sym typeface="Avenir"/>
              </a:defRPr>
            </a:lvl1pPr>
            <a:lvl2pPr indent="0" lvl="1" marL="0" algn="r">
              <a:spcBef>
                <a:spcPts val="0"/>
              </a:spcBef>
              <a:buNone/>
              <a:defRPr b="0" i="0" sz="800" u="none" cap="none" strike="noStrike">
                <a:solidFill>
                  <a:schemeClr val="dk1"/>
                </a:solidFill>
                <a:latin typeface="Avenir"/>
                <a:ea typeface="Avenir"/>
                <a:cs typeface="Avenir"/>
                <a:sym typeface="Avenir"/>
              </a:defRPr>
            </a:lvl2pPr>
            <a:lvl3pPr indent="0" lvl="2" marL="0" algn="r">
              <a:spcBef>
                <a:spcPts val="0"/>
              </a:spcBef>
              <a:buNone/>
              <a:defRPr b="0" i="0" sz="800" u="none" cap="none" strike="noStrike">
                <a:solidFill>
                  <a:schemeClr val="dk1"/>
                </a:solidFill>
                <a:latin typeface="Avenir"/>
                <a:ea typeface="Avenir"/>
                <a:cs typeface="Avenir"/>
                <a:sym typeface="Avenir"/>
              </a:defRPr>
            </a:lvl3pPr>
            <a:lvl4pPr indent="0" lvl="3" marL="0" algn="r">
              <a:spcBef>
                <a:spcPts val="0"/>
              </a:spcBef>
              <a:buNone/>
              <a:defRPr b="0" i="0" sz="800" u="none" cap="none" strike="noStrike">
                <a:solidFill>
                  <a:schemeClr val="dk1"/>
                </a:solidFill>
                <a:latin typeface="Avenir"/>
                <a:ea typeface="Avenir"/>
                <a:cs typeface="Avenir"/>
                <a:sym typeface="Avenir"/>
              </a:defRPr>
            </a:lvl4pPr>
            <a:lvl5pPr indent="0" lvl="4" marL="0" algn="r">
              <a:spcBef>
                <a:spcPts val="0"/>
              </a:spcBef>
              <a:buNone/>
              <a:defRPr b="0" i="0" sz="800" u="none" cap="none" strike="noStrike">
                <a:solidFill>
                  <a:schemeClr val="dk1"/>
                </a:solidFill>
                <a:latin typeface="Avenir"/>
                <a:ea typeface="Avenir"/>
                <a:cs typeface="Avenir"/>
                <a:sym typeface="Avenir"/>
              </a:defRPr>
            </a:lvl5pPr>
            <a:lvl6pPr indent="0" lvl="5" marL="0" algn="r">
              <a:spcBef>
                <a:spcPts val="0"/>
              </a:spcBef>
              <a:buNone/>
              <a:defRPr b="0" i="0" sz="800" u="none" cap="none" strike="noStrike">
                <a:solidFill>
                  <a:schemeClr val="dk1"/>
                </a:solidFill>
                <a:latin typeface="Avenir"/>
                <a:ea typeface="Avenir"/>
                <a:cs typeface="Avenir"/>
                <a:sym typeface="Avenir"/>
              </a:defRPr>
            </a:lvl6pPr>
            <a:lvl7pPr indent="0" lvl="6" marL="0" algn="r">
              <a:spcBef>
                <a:spcPts val="0"/>
              </a:spcBef>
              <a:buNone/>
              <a:defRPr b="0" i="0" sz="800" u="none" cap="none" strike="noStrike">
                <a:solidFill>
                  <a:schemeClr val="dk1"/>
                </a:solidFill>
                <a:latin typeface="Avenir"/>
                <a:ea typeface="Avenir"/>
                <a:cs typeface="Avenir"/>
                <a:sym typeface="Avenir"/>
              </a:defRPr>
            </a:lvl7pPr>
            <a:lvl8pPr indent="0" lvl="7" marL="0" algn="r">
              <a:spcBef>
                <a:spcPts val="0"/>
              </a:spcBef>
              <a:buNone/>
              <a:defRPr b="0" i="0" sz="800" u="none" cap="none" strike="noStrike">
                <a:solidFill>
                  <a:schemeClr val="dk1"/>
                </a:solidFill>
                <a:latin typeface="Avenir"/>
                <a:ea typeface="Avenir"/>
                <a:cs typeface="Avenir"/>
                <a:sym typeface="Avenir"/>
              </a:defRPr>
            </a:lvl8pPr>
            <a:lvl9pPr indent="0" lvl="8" mar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showMasterSp="0">
  <p:cSld name="Title 3">
    <p:bg>
      <p:bgPr>
        <a:solidFill>
          <a:schemeClr val="lt1"/>
        </a:solidFill>
      </p:bgPr>
    </p:bg>
    <p:spTree>
      <p:nvGrpSpPr>
        <p:cNvPr id="143" name="Shape 143"/>
        <p:cNvGrpSpPr/>
        <p:nvPr/>
      </p:nvGrpSpPr>
      <p:grpSpPr>
        <a:xfrm>
          <a:off x="0" y="0"/>
          <a:ext cx="0" cy="0"/>
          <a:chOff x="0" y="0"/>
          <a:chExt cx="0" cy="0"/>
        </a:xfrm>
      </p:grpSpPr>
      <p:sp>
        <p:nvSpPr>
          <p:cNvPr id="144" name="Google Shape;144;p32"/>
          <p:cNvSpPr/>
          <p:nvPr/>
        </p:nvSpPr>
        <p:spPr>
          <a:xfrm>
            <a:off x="-6" y="-25866"/>
            <a:ext cx="12192000" cy="4589400"/>
          </a:xfrm>
          <a:prstGeom prst="rect">
            <a:avLst/>
          </a:prstGeom>
          <a:gradFill>
            <a:gsLst>
              <a:gs pos="0">
                <a:srgbClr val="D861D4"/>
              </a:gs>
              <a:gs pos="8000">
                <a:srgbClr val="D861D4"/>
              </a:gs>
              <a:gs pos="100000">
                <a:srgbClr val="DA002F">
                  <a:alpha val="85098"/>
                </a:srgbClr>
              </a:gs>
            </a:gsLst>
            <a:lin ang="660013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5" name="Google Shape;145;p32"/>
          <p:cNvSpPr/>
          <p:nvPr/>
        </p:nvSpPr>
        <p:spPr>
          <a:xfrm rot="-5400000">
            <a:off x="3805951" y="-3822495"/>
            <a:ext cx="4580100" cy="12192000"/>
          </a:xfrm>
          <a:prstGeom prst="rect">
            <a:avLst/>
          </a:prstGeom>
          <a:gradFill>
            <a:gsLst>
              <a:gs pos="0">
                <a:srgbClr val="FE4A00">
                  <a:alpha val="50196"/>
                </a:srgbClr>
              </a:gs>
              <a:gs pos="99000">
                <a:srgbClr val="A3299D"/>
              </a:gs>
              <a:gs pos="100000">
                <a:srgbClr val="A3299D"/>
              </a:gs>
            </a:gsLst>
            <a:lin ang="2039993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6" name="Google Shape;146;p32"/>
          <p:cNvSpPr/>
          <p:nvPr/>
        </p:nvSpPr>
        <p:spPr>
          <a:xfrm rot="10800000">
            <a:off x="8150698" y="-25845"/>
            <a:ext cx="4041300" cy="4589400"/>
          </a:xfrm>
          <a:prstGeom prst="rect">
            <a:avLst/>
          </a:prstGeom>
          <a:gradFill>
            <a:gsLst>
              <a:gs pos="0">
                <a:srgbClr val="DA002F">
                  <a:alpha val="0"/>
                </a:srgbClr>
              </a:gs>
              <a:gs pos="84000">
                <a:srgbClr val="FF907A">
                  <a:alpha val="32156"/>
                </a:srgbClr>
              </a:gs>
              <a:gs pos="100000">
                <a:srgbClr val="FF907A">
                  <a:alpha val="32156"/>
                </a:srgbClr>
              </a:gs>
            </a:gsLst>
            <a:lin ang="16200038"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7" name="Google Shape;147;p32"/>
          <p:cNvSpPr/>
          <p:nvPr/>
        </p:nvSpPr>
        <p:spPr>
          <a:xfrm rot="-9090908">
            <a:off x="5481356" y="-1125126"/>
            <a:ext cx="4996147" cy="4444469"/>
          </a:xfrm>
          <a:custGeom>
            <a:rect b="b" l="l" r="r" t="t"/>
            <a:pathLst>
              <a:path extrusionOk="0" h="4439131" w="4990147">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FF907A">
                  <a:alpha val="0"/>
                </a:srgbClr>
              </a:gs>
              <a:gs pos="41000">
                <a:srgbClr val="FF907A">
                  <a:alpha val="0"/>
                </a:srgbClr>
              </a:gs>
              <a:gs pos="100000">
                <a:srgbClr val="FFBCAF">
                  <a:alpha val="32941"/>
                </a:srgbClr>
              </a:gs>
            </a:gsLst>
            <a:lin ang="1260002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8" name="Google Shape;148;p32"/>
          <p:cNvSpPr txBox="1"/>
          <p:nvPr>
            <p:ph type="ctrTitle"/>
          </p:nvPr>
        </p:nvSpPr>
        <p:spPr>
          <a:xfrm>
            <a:off x="731520" y="585216"/>
            <a:ext cx="6858000" cy="3200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Avenir"/>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32"/>
          <p:cNvSpPr txBox="1"/>
          <p:nvPr>
            <p:ph idx="1" type="subTitle"/>
          </p:nvPr>
        </p:nvSpPr>
        <p:spPr>
          <a:xfrm>
            <a:off x="731520" y="4965192"/>
            <a:ext cx="6391800" cy="1490400"/>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1000"/>
              </a:spcBef>
              <a:spcAft>
                <a:spcPts val="0"/>
              </a:spcAft>
              <a:buClr>
                <a:schemeClr val="dk1"/>
              </a:buClr>
              <a:buSzPts val="1400"/>
              <a:buNone/>
              <a:defRPr cap="none">
                <a:latin typeface="Avenir"/>
                <a:ea typeface="Avenir"/>
                <a:cs typeface="Avenir"/>
                <a:sym typeface="Avenir"/>
              </a:defRPr>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50" name="Google Shape;150;p32"/>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2"/>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32"/>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1"/>
                </a:solidFill>
                <a:latin typeface="Avenir"/>
                <a:ea typeface="Avenir"/>
                <a:cs typeface="Avenir"/>
                <a:sym typeface="Avenir"/>
              </a:defRPr>
            </a:lvl1pPr>
            <a:lvl2pPr indent="0" lvl="1" marL="0" algn="r">
              <a:spcBef>
                <a:spcPts val="0"/>
              </a:spcBef>
              <a:buNone/>
              <a:defRPr b="0" i="0" sz="800" u="none" cap="none" strike="noStrike">
                <a:solidFill>
                  <a:schemeClr val="dk1"/>
                </a:solidFill>
                <a:latin typeface="Avenir"/>
                <a:ea typeface="Avenir"/>
                <a:cs typeface="Avenir"/>
                <a:sym typeface="Avenir"/>
              </a:defRPr>
            </a:lvl2pPr>
            <a:lvl3pPr indent="0" lvl="2" marL="0" algn="r">
              <a:spcBef>
                <a:spcPts val="0"/>
              </a:spcBef>
              <a:buNone/>
              <a:defRPr b="0" i="0" sz="800" u="none" cap="none" strike="noStrike">
                <a:solidFill>
                  <a:schemeClr val="dk1"/>
                </a:solidFill>
                <a:latin typeface="Avenir"/>
                <a:ea typeface="Avenir"/>
                <a:cs typeface="Avenir"/>
                <a:sym typeface="Avenir"/>
              </a:defRPr>
            </a:lvl3pPr>
            <a:lvl4pPr indent="0" lvl="3" marL="0" algn="r">
              <a:spcBef>
                <a:spcPts val="0"/>
              </a:spcBef>
              <a:buNone/>
              <a:defRPr b="0" i="0" sz="800" u="none" cap="none" strike="noStrike">
                <a:solidFill>
                  <a:schemeClr val="dk1"/>
                </a:solidFill>
                <a:latin typeface="Avenir"/>
                <a:ea typeface="Avenir"/>
                <a:cs typeface="Avenir"/>
                <a:sym typeface="Avenir"/>
              </a:defRPr>
            </a:lvl4pPr>
            <a:lvl5pPr indent="0" lvl="4" marL="0" algn="r">
              <a:spcBef>
                <a:spcPts val="0"/>
              </a:spcBef>
              <a:buNone/>
              <a:defRPr b="0" i="0" sz="800" u="none" cap="none" strike="noStrike">
                <a:solidFill>
                  <a:schemeClr val="dk1"/>
                </a:solidFill>
                <a:latin typeface="Avenir"/>
                <a:ea typeface="Avenir"/>
                <a:cs typeface="Avenir"/>
                <a:sym typeface="Avenir"/>
              </a:defRPr>
            </a:lvl5pPr>
            <a:lvl6pPr indent="0" lvl="5" marL="0" algn="r">
              <a:spcBef>
                <a:spcPts val="0"/>
              </a:spcBef>
              <a:buNone/>
              <a:defRPr b="0" i="0" sz="800" u="none" cap="none" strike="noStrike">
                <a:solidFill>
                  <a:schemeClr val="dk1"/>
                </a:solidFill>
                <a:latin typeface="Avenir"/>
                <a:ea typeface="Avenir"/>
                <a:cs typeface="Avenir"/>
                <a:sym typeface="Avenir"/>
              </a:defRPr>
            </a:lvl6pPr>
            <a:lvl7pPr indent="0" lvl="6" marL="0" algn="r">
              <a:spcBef>
                <a:spcPts val="0"/>
              </a:spcBef>
              <a:buNone/>
              <a:defRPr b="0" i="0" sz="800" u="none" cap="none" strike="noStrike">
                <a:solidFill>
                  <a:schemeClr val="dk1"/>
                </a:solidFill>
                <a:latin typeface="Avenir"/>
                <a:ea typeface="Avenir"/>
                <a:cs typeface="Avenir"/>
                <a:sym typeface="Avenir"/>
              </a:defRPr>
            </a:lvl7pPr>
            <a:lvl8pPr indent="0" lvl="7" marL="0" algn="r">
              <a:spcBef>
                <a:spcPts val="0"/>
              </a:spcBef>
              <a:buNone/>
              <a:defRPr b="0" i="0" sz="800" u="none" cap="none" strike="noStrike">
                <a:solidFill>
                  <a:schemeClr val="dk1"/>
                </a:solidFill>
                <a:latin typeface="Avenir"/>
                <a:ea typeface="Avenir"/>
                <a:cs typeface="Avenir"/>
                <a:sym typeface="Avenir"/>
              </a:defRPr>
            </a:lvl8pPr>
            <a:lvl9pPr indent="0" lvl="8" mar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dk1"/>
        </a:solidFill>
      </p:bgPr>
    </p:bg>
    <p:spTree>
      <p:nvGrpSpPr>
        <p:cNvPr id="153" name="Shape 153"/>
        <p:cNvGrpSpPr/>
        <p:nvPr/>
      </p:nvGrpSpPr>
      <p:grpSpPr>
        <a:xfrm>
          <a:off x="0" y="0"/>
          <a:ext cx="0" cy="0"/>
          <a:chOff x="0" y="0"/>
          <a:chExt cx="0" cy="0"/>
        </a:xfrm>
      </p:grpSpPr>
      <p:sp>
        <p:nvSpPr>
          <p:cNvPr id="154" name="Google Shape;154;p33"/>
          <p:cNvSpPr/>
          <p:nvPr/>
        </p:nvSpPr>
        <p:spPr>
          <a:xfrm flipH="1">
            <a:off x="-7213" y="-2522"/>
            <a:ext cx="122175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55" name="Google Shape;155;p33"/>
          <p:cNvSpPr/>
          <p:nvPr/>
        </p:nvSpPr>
        <p:spPr>
          <a:xfrm>
            <a:off x="-7227" y="-5045"/>
            <a:ext cx="12217500" cy="6860400"/>
          </a:xfrm>
          <a:prstGeom prst="rect">
            <a:avLst/>
          </a:prstGeom>
          <a:gradFill>
            <a:gsLst>
              <a:gs pos="0">
                <a:srgbClr val="FF411C">
                  <a:alpha val="65882"/>
                </a:srgbClr>
              </a:gs>
              <a:gs pos="99000">
                <a:srgbClr val="962077"/>
              </a:gs>
              <a:gs pos="100000">
                <a:srgbClr val="962077"/>
              </a:gs>
            </a:gsLst>
            <a:lin ang="480012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56" name="Google Shape;156;p33"/>
          <p:cNvSpPr/>
          <p:nvPr/>
        </p:nvSpPr>
        <p:spPr>
          <a:xfrm flipH="1" rot="10800000">
            <a:off x="7226" y="-5101"/>
            <a:ext cx="12203100" cy="6863100"/>
          </a:xfrm>
          <a:prstGeom prst="rect">
            <a:avLst/>
          </a:prstGeom>
          <a:gradFill>
            <a:gsLst>
              <a:gs pos="0">
                <a:srgbClr val="FA0036">
                  <a:alpha val="3921"/>
                </a:srgbClr>
              </a:gs>
              <a:gs pos="99000">
                <a:srgbClr val="92248E">
                  <a:alpha val="97647"/>
                </a:srgbClr>
              </a:gs>
              <a:gs pos="100000">
                <a:srgbClr val="92248E">
                  <a:alpha val="97647"/>
                </a:srgbClr>
              </a:gs>
            </a:gsLst>
            <a:lin ang="1679992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57" name="Google Shape;157;p33"/>
          <p:cNvSpPr/>
          <p:nvPr/>
        </p:nvSpPr>
        <p:spPr>
          <a:xfrm flipH="1" rot="5400000">
            <a:off x="4958536" y="-4965751"/>
            <a:ext cx="2286000" cy="12217500"/>
          </a:xfrm>
          <a:prstGeom prst="rect">
            <a:avLst/>
          </a:prstGeom>
          <a:gradFill>
            <a:gsLst>
              <a:gs pos="0">
                <a:srgbClr val="D861D4">
                  <a:alpha val="0"/>
                </a:srgbClr>
              </a:gs>
              <a:gs pos="20000">
                <a:srgbClr val="D861D4">
                  <a:alpha val="0"/>
                </a:srgbClr>
              </a:gs>
              <a:gs pos="100000">
                <a:srgbClr val="FF7037">
                  <a:alpha val="65882"/>
                </a:srgbClr>
              </a:gs>
            </a:gsLst>
            <a:lin ang="720001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58" name="Google Shape;158;p33"/>
          <p:cNvSpPr/>
          <p:nvPr/>
        </p:nvSpPr>
        <p:spPr>
          <a:xfrm flipH="1" rot="8430923">
            <a:off x="1403616" y="524823"/>
            <a:ext cx="5005732" cy="5005732"/>
          </a:xfrm>
          <a:prstGeom prst="ellipse">
            <a:avLst/>
          </a:prstGeom>
          <a:gradFill>
            <a:gsLst>
              <a:gs pos="0">
                <a:srgbClr val="FF907A">
                  <a:alpha val="0"/>
                </a:srgbClr>
              </a:gs>
              <a:gs pos="31000">
                <a:srgbClr val="FF907A">
                  <a:alpha val="0"/>
                </a:srgbClr>
              </a:gs>
              <a:gs pos="85000">
                <a:srgbClr val="FFBCAF">
                  <a:alpha val="20000"/>
                </a:srgbClr>
              </a:gs>
              <a:gs pos="100000">
                <a:srgbClr val="FFBCAF">
                  <a:alpha val="20000"/>
                </a:srgbClr>
              </a:gs>
            </a:gsLst>
            <a:lin ang="113999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59" name="Google Shape;159;p33"/>
          <p:cNvSpPr/>
          <p:nvPr/>
        </p:nvSpPr>
        <p:spPr>
          <a:xfrm rot="-5400000">
            <a:off x="-1913447" y="1896596"/>
            <a:ext cx="6860400" cy="3062400"/>
          </a:xfrm>
          <a:prstGeom prst="rect">
            <a:avLst/>
          </a:prstGeom>
          <a:gradFill>
            <a:gsLst>
              <a:gs pos="0">
                <a:srgbClr val="FA0036">
                  <a:alpha val="30980"/>
                </a:srgbClr>
              </a:gs>
              <a:gs pos="43000">
                <a:srgbClr val="FF907A">
                  <a:alpha val="16078"/>
                </a:srgbClr>
              </a:gs>
              <a:gs pos="100000">
                <a:srgbClr val="FF907A">
                  <a:alpha val="16078"/>
                </a:srgbClr>
              </a:gs>
            </a:gsLst>
            <a:lin ang="239989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60" name="Google Shape;160;p33"/>
          <p:cNvSpPr txBox="1"/>
          <p:nvPr>
            <p:ph type="title"/>
          </p:nvPr>
        </p:nvSpPr>
        <p:spPr>
          <a:xfrm>
            <a:off x="3657600" y="2807208"/>
            <a:ext cx="7772400" cy="3346800"/>
          </a:xfrm>
          <a:prstGeom prst="rect">
            <a:avLst/>
          </a:prstGeom>
          <a:noFill/>
          <a:ln>
            <a:noFill/>
          </a:ln>
        </p:spPr>
        <p:txBody>
          <a:bodyPr anchorCtr="0" anchor="t" bIns="45700" lIns="91425" spcFirstLastPara="1" rIns="91425" wrap="square" tIns="45700">
            <a:normAutofit/>
          </a:bodyPr>
          <a:lstStyle>
            <a:lvl1pPr lvl="0" algn="l">
              <a:lnSpc>
                <a:spcPct val="110000"/>
              </a:lnSpc>
              <a:spcBef>
                <a:spcPts val="0"/>
              </a:spcBef>
              <a:spcAft>
                <a:spcPts val="0"/>
              </a:spcAft>
              <a:buClr>
                <a:schemeClr val="lt1"/>
              </a:buClr>
              <a:buSzPts val="5400"/>
              <a:buFont typeface="Avenir"/>
              <a:buNone/>
              <a:defRPr sz="5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33"/>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3"/>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33"/>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showMasterSp="0">
  <p:cSld name="Section Header 2">
    <p:bg>
      <p:bgPr>
        <a:solidFill>
          <a:schemeClr val="dk1"/>
        </a:solidFill>
      </p:bgPr>
    </p:bg>
    <p:spTree>
      <p:nvGrpSpPr>
        <p:cNvPr id="164" name="Shape 164"/>
        <p:cNvGrpSpPr/>
        <p:nvPr/>
      </p:nvGrpSpPr>
      <p:grpSpPr>
        <a:xfrm>
          <a:off x="0" y="0"/>
          <a:ext cx="0" cy="0"/>
          <a:chOff x="0" y="0"/>
          <a:chExt cx="0" cy="0"/>
        </a:xfrm>
      </p:grpSpPr>
      <p:sp>
        <p:nvSpPr>
          <p:cNvPr id="165" name="Google Shape;165;p34"/>
          <p:cNvSpPr/>
          <p:nvPr/>
        </p:nvSpPr>
        <p:spPr>
          <a:xfrm flipH="1">
            <a:off x="-48" y="0"/>
            <a:ext cx="12189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66" name="Google Shape;166;p34"/>
          <p:cNvSpPr/>
          <p:nvPr/>
        </p:nvSpPr>
        <p:spPr>
          <a:xfrm>
            <a:off x="-7226" y="2522"/>
            <a:ext cx="12210300" cy="6855600"/>
          </a:xfrm>
          <a:prstGeom prst="rect">
            <a:avLst/>
          </a:prstGeom>
          <a:gradFill>
            <a:gsLst>
              <a:gs pos="0">
                <a:srgbClr val="FF411C">
                  <a:alpha val="65882"/>
                </a:srgbClr>
              </a:gs>
              <a:gs pos="99000">
                <a:srgbClr val="962077"/>
              </a:gs>
              <a:gs pos="100000">
                <a:srgbClr val="962077"/>
              </a:gs>
            </a:gsLst>
            <a:lin ang="480012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67" name="Google Shape;167;p34"/>
          <p:cNvSpPr/>
          <p:nvPr/>
        </p:nvSpPr>
        <p:spPr>
          <a:xfrm flipH="1" rot="10800000">
            <a:off x="383414" y="0"/>
            <a:ext cx="11826900" cy="6858000"/>
          </a:xfrm>
          <a:prstGeom prst="rect">
            <a:avLst/>
          </a:prstGeom>
          <a:gradFill>
            <a:gsLst>
              <a:gs pos="0">
                <a:srgbClr val="FA0036">
                  <a:alpha val="3921"/>
                </a:srgbClr>
              </a:gs>
              <a:gs pos="99000">
                <a:srgbClr val="92248E">
                  <a:alpha val="97647"/>
                </a:srgbClr>
              </a:gs>
              <a:gs pos="100000">
                <a:srgbClr val="92248E">
                  <a:alpha val="97647"/>
                </a:srgbClr>
              </a:gs>
            </a:gsLst>
            <a:lin ang="1679992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68" name="Google Shape;168;p34"/>
          <p:cNvSpPr/>
          <p:nvPr/>
        </p:nvSpPr>
        <p:spPr>
          <a:xfrm flipH="1" rot="5400000">
            <a:off x="4945774" y="-4953001"/>
            <a:ext cx="2286000" cy="12192000"/>
          </a:xfrm>
          <a:prstGeom prst="rect">
            <a:avLst/>
          </a:prstGeom>
          <a:gradFill>
            <a:gsLst>
              <a:gs pos="0">
                <a:srgbClr val="D861D4">
                  <a:alpha val="0"/>
                </a:srgbClr>
              </a:gs>
              <a:gs pos="20000">
                <a:srgbClr val="D861D4">
                  <a:alpha val="0"/>
                </a:srgbClr>
              </a:gs>
              <a:gs pos="100000">
                <a:srgbClr val="FF7037">
                  <a:alpha val="65882"/>
                </a:srgbClr>
              </a:gs>
            </a:gsLst>
            <a:lin ang="720001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69" name="Google Shape;169;p34"/>
          <p:cNvSpPr/>
          <p:nvPr/>
        </p:nvSpPr>
        <p:spPr>
          <a:xfrm rot="10800000">
            <a:off x="3000" y="-4969"/>
            <a:ext cx="12189000" cy="6420600"/>
          </a:xfrm>
          <a:prstGeom prst="rect">
            <a:avLst/>
          </a:prstGeom>
          <a:gradFill>
            <a:gsLst>
              <a:gs pos="0">
                <a:srgbClr val="FA0036">
                  <a:alpha val="21960"/>
                </a:srgbClr>
              </a:gs>
              <a:gs pos="52000">
                <a:srgbClr val="FF907A">
                  <a:alpha val="0"/>
                </a:srgbClr>
              </a:gs>
              <a:gs pos="100000">
                <a:srgbClr val="FF907A">
                  <a:alpha val="0"/>
                </a:srgbClr>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170" name="Google Shape;170;p34"/>
          <p:cNvSpPr/>
          <p:nvPr/>
        </p:nvSpPr>
        <p:spPr>
          <a:xfrm flipH="1" rot="-1118345">
            <a:off x="6172109" y="626264"/>
            <a:ext cx="5005854" cy="5005854"/>
          </a:xfrm>
          <a:prstGeom prst="ellipse">
            <a:avLst/>
          </a:prstGeom>
          <a:gradFill>
            <a:gsLst>
              <a:gs pos="0">
                <a:srgbClr val="FF907A">
                  <a:alpha val="0"/>
                </a:srgbClr>
              </a:gs>
              <a:gs pos="31000">
                <a:srgbClr val="FF907A">
                  <a:alpha val="0"/>
                </a:srgbClr>
              </a:gs>
              <a:gs pos="85000">
                <a:srgbClr val="FFBCAF">
                  <a:alpha val="10196"/>
                </a:srgbClr>
              </a:gs>
              <a:gs pos="100000">
                <a:srgbClr val="FFBCAF">
                  <a:alpha val="10196"/>
                </a:srgbClr>
              </a:gs>
            </a:gsLst>
            <a:lin ang="113999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71" name="Google Shape;171;p34"/>
          <p:cNvSpPr txBox="1"/>
          <p:nvPr>
            <p:ph type="title"/>
          </p:nvPr>
        </p:nvSpPr>
        <p:spPr>
          <a:xfrm>
            <a:off x="731520" y="2596896"/>
            <a:ext cx="8933700" cy="3566100"/>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chemeClr val="lt1"/>
              </a:buClr>
              <a:buSzPts val="6000"/>
              <a:buFont typeface="Avenir"/>
              <a:buNone/>
              <a:defRPr sz="6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34"/>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34"/>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4"/>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bg>
      <p:bgPr>
        <a:solidFill>
          <a:schemeClr val="lt1"/>
        </a:solidFill>
      </p:bgPr>
    </p:bg>
    <p:spTree>
      <p:nvGrpSpPr>
        <p:cNvPr id="175" name="Shape 175"/>
        <p:cNvGrpSpPr/>
        <p:nvPr/>
      </p:nvGrpSpPr>
      <p:grpSpPr>
        <a:xfrm>
          <a:off x="0" y="0"/>
          <a:ext cx="0" cy="0"/>
          <a:chOff x="0" y="0"/>
          <a:chExt cx="0" cy="0"/>
        </a:xfrm>
      </p:grpSpPr>
      <p:sp>
        <p:nvSpPr>
          <p:cNvPr id="176" name="Google Shape;176;p35"/>
          <p:cNvSpPr/>
          <p:nvPr/>
        </p:nvSpPr>
        <p:spPr>
          <a:xfrm flipH="1">
            <a:off x="-2" y="0"/>
            <a:ext cx="6096000" cy="6858000"/>
          </a:xfrm>
          <a:prstGeom prst="rect">
            <a:avLst/>
          </a:prstGeom>
          <a:gradFill>
            <a:gsLst>
              <a:gs pos="0">
                <a:srgbClr val="FF907A"/>
              </a:gs>
              <a:gs pos="8000">
                <a:srgbClr val="FF907A"/>
              </a:gs>
              <a:gs pos="100000">
                <a:srgbClr val="DA002F">
                  <a:alpha val="88627"/>
                </a:srgbClr>
              </a:gs>
            </a:gsLst>
            <a:lin ang="239989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77" name="Google Shape;177;p35"/>
          <p:cNvSpPr/>
          <p:nvPr/>
        </p:nvSpPr>
        <p:spPr>
          <a:xfrm flipH="1">
            <a:off x="0" y="17416"/>
            <a:ext cx="5067300" cy="6840300"/>
          </a:xfrm>
          <a:prstGeom prst="rect">
            <a:avLst/>
          </a:prstGeom>
          <a:gradFill>
            <a:gsLst>
              <a:gs pos="0">
                <a:srgbClr val="FF5076">
                  <a:alpha val="0"/>
                </a:srgbClr>
              </a:gs>
              <a:gs pos="22000">
                <a:srgbClr val="FF5076">
                  <a:alpha val="0"/>
                </a:srgbClr>
              </a:gs>
              <a:gs pos="99000">
                <a:srgbClr val="92248E">
                  <a:alpha val="91764"/>
                </a:srgbClr>
              </a:gs>
              <a:gs pos="100000">
                <a:srgbClr val="92248E">
                  <a:alpha val="91764"/>
                </a:srgbClr>
              </a:gs>
            </a:gsLst>
            <a:lin ang="419989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78" name="Google Shape;178;p35"/>
          <p:cNvSpPr/>
          <p:nvPr/>
        </p:nvSpPr>
        <p:spPr>
          <a:xfrm flipH="1" rot="5400000">
            <a:off x="-21003" y="723585"/>
            <a:ext cx="6595200" cy="5638800"/>
          </a:xfrm>
          <a:prstGeom prst="rect">
            <a:avLst/>
          </a:prstGeom>
          <a:gradFill>
            <a:gsLst>
              <a:gs pos="0">
                <a:srgbClr val="DA002F">
                  <a:alpha val="18823"/>
                </a:srgbClr>
              </a:gs>
              <a:gs pos="2000">
                <a:srgbClr val="DA002F">
                  <a:alpha val="18823"/>
                </a:srgbClr>
              </a:gs>
              <a:gs pos="57000">
                <a:srgbClr val="FE4A00">
                  <a:alpha val="0"/>
                </a:srgbClr>
              </a:gs>
              <a:gs pos="100000">
                <a:srgbClr val="FE4A00">
                  <a:alpha val="0"/>
                </a:srgbClr>
              </a:gs>
            </a:gsLst>
            <a:lin ang="2159386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79" name="Google Shape;179;p35"/>
          <p:cNvSpPr/>
          <p:nvPr/>
        </p:nvSpPr>
        <p:spPr>
          <a:xfrm rot="-9091084">
            <a:off x="652131" y="716332"/>
            <a:ext cx="5005645" cy="5005645"/>
          </a:xfrm>
          <a:prstGeom prst="ellipse">
            <a:avLst/>
          </a:prstGeom>
          <a:gradFill>
            <a:gsLst>
              <a:gs pos="0">
                <a:srgbClr val="FF907A">
                  <a:alpha val="0"/>
                </a:srgbClr>
              </a:gs>
              <a:gs pos="31000">
                <a:srgbClr val="FF907A">
                  <a:alpha val="0"/>
                </a:srgbClr>
              </a:gs>
              <a:gs pos="85000">
                <a:srgbClr val="FFBCAF">
                  <a:alpha val="22745"/>
                </a:srgbClr>
              </a:gs>
              <a:gs pos="100000">
                <a:srgbClr val="FFBCAF">
                  <a:alpha val="22745"/>
                </a:srgbClr>
              </a:gs>
            </a:gsLst>
            <a:lin ang="113999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80" name="Google Shape;180;p35"/>
          <p:cNvSpPr txBox="1"/>
          <p:nvPr>
            <p:ph type="title"/>
          </p:nvPr>
        </p:nvSpPr>
        <p:spPr>
          <a:xfrm>
            <a:off x="822960" y="2029968"/>
            <a:ext cx="4398300" cy="2825400"/>
          </a:xfrm>
          <a:prstGeom prst="rect">
            <a:avLst/>
          </a:prstGeom>
          <a:noFill/>
          <a:ln>
            <a:noFill/>
          </a:ln>
        </p:spPr>
        <p:txBody>
          <a:bodyPr anchorCtr="0" anchor="ctr" bIns="45700" lIns="91425" spcFirstLastPara="1" rIns="91425" wrap="square" tIns="45700">
            <a:normAutofit/>
          </a:bodyPr>
          <a:lstStyle>
            <a:lvl1pPr lvl="0" algn="ctr">
              <a:lnSpc>
                <a:spcPct val="110000"/>
              </a:lnSpc>
              <a:spcBef>
                <a:spcPts val="0"/>
              </a:spcBef>
              <a:spcAft>
                <a:spcPts val="0"/>
              </a:spcAft>
              <a:buClr>
                <a:schemeClr val="lt1"/>
              </a:buClr>
              <a:buSzPts val="4000"/>
              <a:buFont typeface="Avenir"/>
              <a:buNone/>
              <a:defRPr sz="4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35"/>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35"/>
          <p:cNvSpPr txBox="1"/>
          <p:nvPr>
            <p:ph idx="1" type="body"/>
          </p:nvPr>
        </p:nvSpPr>
        <p:spPr>
          <a:xfrm>
            <a:off x="7004304" y="584688"/>
            <a:ext cx="4517100" cy="5688600"/>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Font typeface="Avenir"/>
              <a:buAutoNum type="arabicPeriod"/>
              <a:defRPr sz="1800"/>
            </a:lvl1pPr>
            <a:lvl2pPr indent="-330200" lvl="1" marL="914400" algn="l">
              <a:lnSpc>
                <a:spcPct val="120000"/>
              </a:lnSpc>
              <a:spcBef>
                <a:spcPts val="500"/>
              </a:spcBef>
              <a:spcAft>
                <a:spcPts val="0"/>
              </a:spcAft>
              <a:buClr>
                <a:schemeClr val="dk1"/>
              </a:buClr>
              <a:buSzPts val="1600"/>
              <a:buFont typeface="Avenir"/>
              <a:buAutoNum type="arabicPeriod"/>
              <a:defRPr sz="1600"/>
            </a:lvl2pPr>
            <a:lvl3pPr indent="-317500" lvl="2" marL="1371600" algn="l">
              <a:lnSpc>
                <a:spcPct val="120000"/>
              </a:lnSpc>
              <a:spcBef>
                <a:spcPts val="500"/>
              </a:spcBef>
              <a:spcAft>
                <a:spcPts val="0"/>
              </a:spcAft>
              <a:buClr>
                <a:schemeClr val="dk1"/>
              </a:buClr>
              <a:buSzPts val="1400"/>
              <a:buFont typeface="Avenir"/>
              <a:buAutoNum type="arabicPeriod"/>
              <a:defRPr sz="1400"/>
            </a:lvl3pPr>
            <a:lvl4pPr indent="-317500" lvl="3" marL="1828800" algn="l">
              <a:lnSpc>
                <a:spcPct val="120000"/>
              </a:lnSpc>
              <a:spcBef>
                <a:spcPts val="500"/>
              </a:spcBef>
              <a:spcAft>
                <a:spcPts val="0"/>
              </a:spcAft>
              <a:buClr>
                <a:schemeClr val="dk1"/>
              </a:buClr>
              <a:buSzPts val="1400"/>
              <a:buFont typeface="Avenir"/>
              <a:buAutoNum type="arabicPeriod"/>
              <a:defRPr sz="1400"/>
            </a:lvl4pPr>
            <a:lvl5pPr indent="-317500" lvl="4" marL="2286000" algn="l">
              <a:lnSpc>
                <a:spcPct val="120000"/>
              </a:lnSpc>
              <a:spcBef>
                <a:spcPts val="500"/>
              </a:spcBef>
              <a:spcAft>
                <a:spcPts val="0"/>
              </a:spcAft>
              <a:buClr>
                <a:schemeClr val="dk1"/>
              </a:buClr>
              <a:buSzPts val="1400"/>
              <a:buFont typeface="Avenir"/>
              <a:buAutoNum type="arabicPeriod"/>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35"/>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35"/>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1"/>
                </a:solidFill>
                <a:latin typeface="Avenir"/>
                <a:ea typeface="Avenir"/>
                <a:cs typeface="Avenir"/>
                <a:sym typeface="Avenir"/>
              </a:defRPr>
            </a:lvl1pPr>
            <a:lvl2pPr indent="0" lvl="1" marL="0" algn="r">
              <a:spcBef>
                <a:spcPts val="0"/>
              </a:spcBef>
              <a:buNone/>
              <a:defRPr b="0" i="0" sz="800" u="none" cap="none" strike="noStrike">
                <a:solidFill>
                  <a:schemeClr val="dk1"/>
                </a:solidFill>
                <a:latin typeface="Avenir"/>
                <a:ea typeface="Avenir"/>
                <a:cs typeface="Avenir"/>
                <a:sym typeface="Avenir"/>
              </a:defRPr>
            </a:lvl2pPr>
            <a:lvl3pPr indent="0" lvl="2" marL="0" algn="r">
              <a:spcBef>
                <a:spcPts val="0"/>
              </a:spcBef>
              <a:buNone/>
              <a:defRPr b="0" i="0" sz="800" u="none" cap="none" strike="noStrike">
                <a:solidFill>
                  <a:schemeClr val="dk1"/>
                </a:solidFill>
                <a:latin typeface="Avenir"/>
                <a:ea typeface="Avenir"/>
                <a:cs typeface="Avenir"/>
                <a:sym typeface="Avenir"/>
              </a:defRPr>
            </a:lvl3pPr>
            <a:lvl4pPr indent="0" lvl="3" marL="0" algn="r">
              <a:spcBef>
                <a:spcPts val="0"/>
              </a:spcBef>
              <a:buNone/>
              <a:defRPr b="0" i="0" sz="800" u="none" cap="none" strike="noStrike">
                <a:solidFill>
                  <a:schemeClr val="dk1"/>
                </a:solidFill>
                <a:latin typeface="Avenir"/>
                <a:ea typeface="Avenir"/>
                <a:cs typeface="Avenir"/>
                <a:sym typeface="Avenir"/>
              </a:defRPr>
            </a:lvl4pPr>
            <a:lvl5pPr indent="0" lvl="4" marL="0" algn="r">
              <a:spcBef>
                <a:spcPts val="0"/>
              </a:spcBef>
              <a:buNone/>
              <a:defRPr b="0" i="0" sz="800" u="none" cap="none" strike="noStrike">
                <a:solidFill>
                  <a:schemeClr val="dk1"/>
                </a:solidFill>
                <a:latin typeface="Avenir"/>
                <a:ea typeface="Avenir"/>
                <a:cs typeface="Avenir"/>
                <a:sym typeface="Avenir"/>
              </a:defRPr>
            </a:lvl5pPr>
            <a:lvl6pPr indent="0" lvl="5" marL="0" algn="r">
              <a:spcBef>
                <a:spcPts val="0"/>
              </a:spcBef>
              <a:buNone/>
              <a:defRPr b="0" i="0" sz="800" u="none" cap="none" strike="noStrike">
                <a:solidFill>
                  <a:schemeClr val="dk1"/>
                </a:solidFill>
                <a:latin typeface="Avenir"/>
                <a:ea typeface="Avenir"/>
                <a:cs typeface="Avenir"/>
                <a:sym typeface="Avenir"/>
              </a:defRPr>
            </a:lvl6pPr>
            <a:lvl7pPr indent="0" lvl="6" marL="0" algn="r">
              <a:spcBef>
                <a:spcPts val="0"/>
              </a:spcBef>
              <a:buNone/>
              <a:defRPr b="0" i="0" sz="800" u="none" cap="none" strike="noStrike">
                <a:solidFill>
                  <a:schemeClr val="dk1"/>
                </a:solidFill>
                <a:latin typeface="Avenir"/>
                <a:ea typeface="Avenir"/>
                <a:cs typeface="Avenir"/>
                <a:sym typeface="Avenir"/>
              </a:defRPr>
            </a:lvl7pPr>
            <a:lvl8pPr indent="0" lvl="7" marL="0" algn="r">
              <a:spcBef>
                <a:spcPts val="0"/>
              </a:spcBef>
              <a:buNone/>
              <a:defRPr b="0" i="0" sz="800" u="none" cap="none" strike="noStrike">
                <a:solidFill>
                  <a:schemeClr val="dk1"/>
                </a:solidFill>
                <a:latin typeface="Avenir"/>
                <a:ea typeface="Avenir"/>
                <a:cs typeface="Avenir"/>
                <a:sym typeface="Avenir"/>
              </a:defRPr>
            </a:lvl8pPr>
            <a:lvl9pPr indent="0" lvl="8" mar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icture" showMasterSp="0">
  <p:cSld name="Agenda with Picture">
    <p:spTree>
      <p:nvGrpSpPr>
        <p:cNvPr id="185" name="Shape 185"/>
        <p:cNvGrpSpPr/>
        <p:nvPr/>
      </p:nvGrpSpPr>
      <p:grpSpPr>
        <a:xfrm>
          <a:off x="0" y="0"/>
          <a:ext cx="0" cy="0"/>
          <a:chOff x="0" y="0"/>
          <a:chExt cx="0" cy="0"/>
        </a:xfrm>
      </p:grpSpPr>
      <p:sp>
        <p:nvSpPr>
          <p:cNvPr id="186" name="Google Shape;186;p36"/>
          <p:cNvSpPr/>
          <p:nvPr/>
        </p:nvSpPr>
        <p:spPr>
          <a:xfrm flipH="1">
            <a:off x="-3" y="6408743"/>
            <a:ext cx="12192000" cy="449400"/>
          </a:xfrm>
          <a:prstGeom prst="rect">
            <a:avLst/>
          </a:prstGeom>
          <a:gradFill>
            <a:gsLst>
              <a:gs pos="0">
                <a:srgbClr val="FE4A00">
                  <a:alpha val="72941"/>
                </a:srgbClr>
              </a:gs>
              <a:gs pos="34000">
                <a:srgbClr val="FE4A00">
                  <a:alpha val="72941"/>
                </a:srgbClr>
              </a:gs>
              <a:gs pos="100000">
                <a:srgbClr val="DA002F">
                  <a:alpha val="88627"/>
                </a:srgbClr>
              </a:gs>
            </a:gsLst>
            <a:lin ang="840013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87" name="Google Shape;187;p36"/>
          <p:cNvSpPr/>
          <p:nvPr/>
        </p:nvSpPr>
        <p:spPr>
          <a:xfrm flipH="1">
            <a:off x="-72" y="6408742"/>
            <a:ext cx="6282000" cy="449400"/>
          </a:xfrm>
          <a:prstGeom prst="rect">
            <a:avLst/>
          </a:prstGeom>
          <a:gradFill>
            <a:gsLst>
              <a:gs pos="0">
                <a:srgbClr val="FD5353">
                  <a:alpha val="54901"/>
                </a:srgbClr>
              </a:gs>
              <a:gs pos="99000">
                <a:srgbClr val="972D8F">
                  <a:alpha val="72941"/>
                </a:srgbClr>
              </a:gs>
              <a:gs pos="100000">
                <a:srgbClr val="972D8F">
                  <a:alpha val="72941"/>
                </a:srgbClr>
              </a:gs>
            </a:gsLst>
            <a:lin ang="113999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88" name="Google Shape;188;p36"/>
          <p:cNvSpPr txBox="1"/>
          <p:nvPr>
            <p:ph type="title"/>
          </p:nvPr>
        </p:nvSpPr>
        <p:spPr>
          <a:xfrm>
            <a:off x="7086600" y="1014984"/>
            <a:ext cx="4489800" cy="14631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000"/>
              <a:buFont typeface="Avenir"/>
              <a:buNone/>
              <a:defRPr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89" name="Google Shape;189;p36"/>
          <p:cNvPicPr preferRelativeResize="0"/>
          <p:nvPr>
            <p:ph idx="2" type="pic"/>
          </p:nvPr>
        </p:nvPicPr>
        <p:blipFill/>
        <p:spPr>
          <a:xfrm>
            <a:off x="0" y="-1"/>
            <a:ext cx="6282000" cy="6411300"/>
          </a:xfrm>
          <a:prstGeom prst="rect">
            <a:avLst/>
          </a:prstGeom>
          <a:blipFill rotWithShape="1">
            <a:blip r:embed="rId2">
              <a:alphaModFix amt="70000"/>
            </a:blip>
            <a:stretch>
              <a:fillRect b="0" l="0" r="0" t="0"/>
            </a:stretch>
          </a:blipFill>
          <a:ln>
            <a:noFill/>
          </a:ln>
        </p:spPr>
      </p:pic>
      <p:sp>
        <p:nvSpPr>
          <p:cNvPr id="190" name="Google Shape;190;p36"/>
          <p:cNvSpPr txBox="1"/>
          <p:nvPr>
            <p:ph idx="1" type="body"/>
          </p:nvPr>
        </p:nvSpPr>
        <p:spPr>
          <a:xfrm>
            <a:off x="7086600" y="2633472"/>
            <a:ext cx="4498800" cy="2980800"/>
          </a:xfrm>
          <a:prstGeom prst="rect">
            <a:avLst/>
          </a:prstGeom>
          <a:noFill/>
          <a:ln>
            <a:noFill/>
          </a:ln>
        </p:spPr>
        <p:txBody>
          <a:bodyPr anchorCtr="0" anchor="b"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Font typeface="Avenir"/>
              <a:buAutoNum type="arabicPeriod"/>
              <a:defRPr sz="1800"/>
            </a:lvl1pPr>
            <a:lvl2pPr indent="-330200" lvl="1" marL="914400" algn="l">
              <a:lnSpc>
                <a:spcPct val="120000"/>
              </a:lnSpc>
              <a:spcBef>
                <a:spcPts val="500"/>
              </a:spcBef>
              <a:spcAft>
                <a:spcPts val="0"/>
              </a:spcAft>
              <a:buClr>
                <a:schemeClr val="dk1"/>
              </a:buClr>
              <a:buSzPts val="1600"/>
              <a:buFont typeface="Avenir"/>
              <a:buAutoNum type="arabicPeriod"/>
              <a:defRPr sz="1600"/>
            </a:lvl2pPr>
            <a:lvl3pPr indent="-317500" lvl="2" marL="1371600" algn="l">
              <a:lnSpc>
                <a:spcPct val="120000"/>
              </a:lnSpc>
              <a:spcBef>
                <a:spcPts val="500"/>
              </a:spcBef>
              <a:spcAft>
                <a:spcPts val="0"/>
              </a:spcAft>
              <a:buClr>
                <a:schemeClr val="dk1"/>
              </a:buClr>
              <a:buSzPts val="1400"/>
              <a:buFont typeface="Avenir"/>
              <a:buAutoNum type="arabicPeriod"/>
              <a:defRPr sz="1400"/>
            </a:lvl3pPr>
            <a:lvl4pPr indent="-317500" lvl="3" marL="1828800" algn="l">
              <a:lnSpc>
                <a:spcPct val="120000"/>
              </a:lnSpc>
              <a:spcBef>
                <a:spcPts val="500"/>
              </a:spcBef>
              <a:spcAft>
                <a:spcPts val="0"/>
              </a:spcAft>
              <a:buClr>
                <a:schemeClr val="dk1"/>
              </a:buClr>
              <a:buSzPts val="1400"/>
              <a:buFont typeface="Avenir"/>
              <a:buAutoNum type="arabicPeriod"/>
              <a:defRPr sz="1400"/>
            </a:lvl4pPr>
            <a:lvl5pPr indent="-317500" lvl="4" marL="2286000" algn="l">
              <a:lnSpc>
                <a:spcPct val="120000"/>
              </a:lnSpc>
              <a:spcBef>
                <a:spcPts val="500"/>
              </a:spcBef>
              <a:spcAft>
                <a:spcPts val="0"/>
              </a:spcAft>
              <a:buClr>
                <a:schemeClr val="dk1"/>
              </a:buClr>
              <a:buSzPts val="1400"/>
              <a:buFont typeface="Avenir"/>
              <a:buAutoNum type="arabicPeriod"/>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 name="Google Shape;191;p36"/>
          <p:cNvSpPr txBox="1"/>
          <p:nvPr>
            <p:ph idx="11" type="ftr"/>
          </p:nvPr>
        </p:nvSpPr>
        <p:spPr>
          <a:xfrm>
            <a:off x="137160" y="6455664"/>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36"/>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36"/>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p:cSld name="Content 3">
    <p:spTree>
      <p:nvGrpSpPr>
        <p:cNvPr id="194" name="Shape 194"/>
        <p:cNvGrpSpPr/>
        <p:nvPr/>
      </p:nvGrpSpPr>
      <p:grpSpPr>
        <a:xfrm>
          <a:off x="0" y="0"/>
          <a:ext cx="0" cy="0"/>
          <a:chOff x="0" y="0"/>
          <a:chExt cx="0" cy="0"/>
        </a:xfrm>
      </p:grpSpPr>
      <p:sp>
        <p:nvSpPr>
          <p:cNvPr id="195" name="Google Shape;195;p37"/>
          <p:cNvSpPr txBox="1"/>
          <p:nvPr>
            <p:ph type="title"/>
          </p:nvPr>
        </p:nvSpPr>
        <p:spPr>
          <a:xfrm>
            <a:off x="731520" y="1600200"/>
            <a:ext cx="3813000" cy="29991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veni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37"/>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37"/>
          <p:cNvSpPr txBox="1"/>
          <p:nvPr>
            <p:ph idx="1" type="body"/>
          </p:nvPr>
        </p:nvSpPr>
        <p:spPr>
          <a:xfrm>
            <a:off x="5711371" y="1600200"/>
            <a:ext cx="4892700" cy="36576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1"/>
              </a:buClr>
              <a:buSzPts val="1400"/>
              <a:buChar char="•"/>
              <a:defRPr/>
            </a:lvl1pPr>
            <a:lvl2pPr indent="-317500" lvl="1" marL="914400" algn="l">
              <a:lnSpc>
                <a:spcPct val="120000"/>
              </a:lnSpc>
              <a:spcBef>
                <a:spcPts val="500"/>
              </a:spcBef>
              <a:spcAft>
                <a:spcPts val="0"/>
              </a:spcAft>
              <a:buClr>
                <a:schemeClr val="dk1"/>
              </a:buClr>
              <a:buSzPts val="1400"/>
              <a:buChar char="•"/>
              <a:defRPr/>
            </a:lvl2pPr>
            <a:lvl3pPr indent="-317500" lvl="2" marL="1371600" algn="l">
              <a:lnSpc>
                <a:spcPct val="120000"/>
              </a:lnSpc>
              <a:spcBef>
                <a:spcPts val="500"/>
              </a:spcBef>
              <a:spcAft>
                <a:spcPts val="0"/>
              </a:spcAft>
              <a:buClr>
                <a:schemeClr val="dk1"/>
              </a:buClr>
              <a:buSzPts val="1400"/>
              <a:buChar char="•"/>
              <a:defRPr/>
            </a:lvl3pPr>
            <a:lvl4pPr indent="-317500" lvl="3" marL="1828800" algn="l">
              <a:lnSpc>
                <a:spcPct val="120000"/>
              </a:lnSpc>
              <a:spcBef>
                <a:spcPts val="500"/>
              </a:spcBef>
              <a:spcAft>
                <a:spcPts val="0"/>
              </a:spcAft>
              <a:buClr>
                <a:schemeClr val="dk1"/>
              </a:buClr>
              <a:buSzPts val="1400"/>
              <a:buChar char="•"/>
              <a:defRPr/>
            </a:lvl4pPr>
            <a:lvl5pPr indent="-317500" lvl="4" marL="2286000" algn="l">
              <a:lnSpc>
                <a:spcPct val="120000"/>
              </a:lnSpc>
              <a:spcBef>
                <a:spcPts val="500"/>
              </a:spcBef>
              <a:spcAft>
                <a:spcPts val="0"/>
              </a:spcAft>
              <a:buClr>
                <a:schemeClr val="dk1"/>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 name="Google Shape;198;p37"/>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37"/>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4">
  <p:cSld name="Content 4">
    <p:spTree>
      <p:nvGrpSpPr>
        <p:cNvPr id="200" name="Shape 200"/>
        <p:cNvGrpSpPr/>
        <p:nvPr/>
      </p:nvGrpSpPr>
      <p:grpSpPr>
        <a:xfrm>
          <a:off x="0" y="0"/>
          <a:ext cx="0" cy="0"/>
          <a:chOff x="0" y="0"/>
          <a:chExt cx="0" cy="0"/>
        </a:xfrm>
      </p:grpSpPr>
      <p:sp>
        <p:nvSpPr>
          <p:cNvPr id="201" name="Google Shape;201;p38"/>
          <p:cNvSpPr txBox="1"/>
          <p:nvPr>
            <p:ph type="title"/>
          </p:nvPr>
        </p:nvSpPr>
        <p:spPr>
          <a:xfrm>
            <a:off x="731520" y="1600200"/>
            <a:ext cx="3612000" cy="29991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veni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2" name="Google Shape;202;p38"/>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38"/>
          <p:cNvSpPr txBox="1"/>
          <p:nvPr>
            <p:ph idx="1" type="body"/>
          </p:nvPr>
        </p:nvSpPr>
        <p:spPr>
          <a:xfrm>
            <a:off x="5065776" y="1600200"/>
            <a:ext cx="6135600" cy="42978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1"/>
              </a:buClr>
              <a:buSzPts val="1400"/>
              <a:buChar char="•"/>
              <a:defRPr/>
            </a:lvl1pPr>
            <a:lvl2pPr indent="-317500" lvl="1" marL="914400" algn="l">
              <a:lnSpc>
                <a:spcPct val="120000"/>
              </a:lnSpc>
              <a:spcBef>
                <a:spcPts val="500"/>
              </a:spcBef>
              <a:spcAft>
                <a:spcPts val="0"/>
              </a:spcAft>
              <a:buClr>
                <a:schemeClr val="dk1"/>
              </a:buClr>
              <a:buSzPts val="1400"/>
              <a:buChar char="•"/>
              <a:defRPr/>
            </a:lvl2pPr>
            <a:lvl3pPr indent="-317500" lvl="2" marL="1371600" algn="l">
              <a:lnSpc>
                <a:spcPct val="120000"/>
              </a:lnSpc>
              <a:spcBef>
                <a:spcPts val="500"/>
              </a:spcBef>
              <a:spcAft>
                <a:spcPts val="0"/>
              </a:spcAft>
              <a:buClr>
                <a:schemeClr val="dk1"/>
              </a:buClr>
              <a:buSzPts val="1400"/>
              <a:buChar char="•"/>
              <a:defRPr/>
            </a:lvl3pPr>
            <a:lvl4pPr indent="-317500" lvl="3" marL="1828800" algn="l">
              <a:lnSpc>
                <a:spcPct val="120000"/>
              </a:lnSpc>
              <a:spcBef>
                <a:spcPts val="500"/>
              </a:spcBef>
              <a:spcAft>
                <a:spcPts val="0"/>
              </a:spcAft>
              <a:buClr>
                <a:schemeClr val="dk1"/>
              </a:buClr>
              <a:buSzPts val="1400"/>
              <a:buChar char="•"/>
              <a:defRPr/>
            </a:lvl4pPr>
            <a:lvl5pPr indent="-317500" lvl="4" marL="2286000" algn="l">
              <a:lnSpc>
                <a:spcPct val="120000"/>
              </a:lnSpc>
              <a:spcBef>
                <a:spcPts val="500"/>
              </a:spcBef>
              <a:spcAft>
                <a:spcPts val="0"/>
              </a:spcAft>
              <a:buClr>
                <a:schemeClr val="dk1"/>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38"/>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38"/>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5">
  <p:cSld name="Content 5">
    <p:spTree>
      <p:nvGrpSpPr>
        <p:cNvPr id="206" name="Shape 206"/>
        <p:cNvGrpSpPr/>
        <p:nvPr/>
      </p:nvGrpSpPr>
      <p:grpSpPr>
        <a:xfrm>
          <a:off x="0" y="0"/>
          <a:ext cx="0" cy="0"/>
          <a:chOff x="0" y="0"/>
          <a:chExt cx="0" cy="0"/>
        </a:xfrm>
      </p:grpSpPr>
      <p:sp>
        <p:nvSpPr>
          <p:cNvPr id="207" name="Google Shape;207;p39"/>
          <p:cNvSpPr txBox="1"/>
          <p:nvPr>
            <p:ph type="title"/>
          </p:nvPr>
        </p:nvSpPr>
        <p:spPr>
          <a:xfrm>
            <a:off x="731520" y="704088"/>
            <a:ext cx="3547800" cy="49653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veni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39"/>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39"/>
          <p:cNvSpPr txBox="1"/>
          <p:nvPr>
            <p:ph idx="1" type="body"/>
          </p:nvPr>
        </p:nvSpPr>
        <p:spPr>
          <a:xfrm>
            <a:off x="5065776" y="704088"/>
            <a:ext cx="6394800" cy="52122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1"/>
              </a:buClr>
              <a:buSzPts val="1400"/>
              <a:buChar char="•"/>
              <a:defRPr/>
            </a:lvl1pPr>
            <a:lvl2pPr indent="-317500" lvl="1" marL="914400" algn="l">
              <a:lnSpc>
                <a:spcPct val="120000"/>
              </a:lnSpc>
              <a:spcBef>
                <a:spcPts val="500"/>
              </a:spcBef>
              <a:spcAft>
                <a:spcPts val="0"/>
              </a:spcAft>
              <a:buClr>
                <a:schemeClr val="dk1"/>
              </a:buClr>
              <a:buSzPts val="1400"/>
              <a:buChar char="•"/>
              <a:defRPr/>
            </a:lvl2pPr>
            <a:lvl3pPr indent="-317500" lvl="2" marL="1371600" algn="l">
              <a:lnSpc>
                <a:spcPct val="120000"/>
              </a:lnSpc>
              <a:spcBef>
                <a:spcPts val="500"/>
              </a:spcBef>
              <a:spcAft>
                <a:spcPts val="0"/>
              </a:spcAft>
              <a:buClr>
                <a:schemeClr val="dk1"/>
              </a:buClr>
              <a:buSzPts val="1400"/>
              <a:buChar char="•"/>
              <a:defRPr/>
            </a:lvl3pPr>
            <a:lvl4pPr indent="-317500" lvl="3" marL="1828800" algn="l">
              <a:lnSpc>
                <a:spcPct val="120000"/>
              </a:lnSpc>
              <a:spcBef>
                <a:spcPts val="500"/>
              </a:spcBef>
              <a:spcAft>
                <a:spcPts val="0"/>
              </a:spcAft>
              <a:buClr>
                <a:schemeClr val="dk1"/>
              </a:buClr>
              <a:buSzPts val="1400"/>
              <a:buChar char="•"/>
              <a:defRPr/>
            </a:lvl4pPr>
            <a:lvl5pPr indent="-317500" lvl="4" marL="2286000" algn="l">
              <a:lnSpc>
                <a:spcPct val="120000"/>
              </a:lnSpc>
              <a:spcBef>
                <a:spcPts val="500"/>
              </a:spcBef>
              <a:spcAft>
                <a:spcPts val="0"/>
              </a:spcAft>
              <a:buClr>
                <a:schemeClr val="dk1"/>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 name="Google Shape;210;p39"/>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39"/>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6">
  <p:cSld name="Content 6">
    <p:spTree>
      <p:nvGrpSpPr>
        <p:cNvPr id="212" name="Shape 212"/>
        <p:cNvGrpSpPr/>
        <p:nvPr/>
      </p:nvGrpSpPr>
      <p:grpSpPr>
        <a:xfrm>
          <a:off x="0" y="0"/>
          <a:ext cx="0" cy="0"/>
          <a:chOff x="0" y="0"/>
          <a:chExt cx="0" cy="0"/>
        </a:xfrm>
      </p:grpSpPr>
      <p:sp>
        <p:nvSpPr>
          <p:cNvPr id="213" name="Google Shape;213;p40"/>
          <p:cNvSpPr txBox="1"/>
          <p:nvPr>
            <p:ph type="title"/>
          </p:nvPr>
        </p:nvSpPr>
        <p:spPr>
          <a:xfrm>
            <a:off x="731520" y="704088"/>
            <a:ext cx="2916900" cy="29169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veni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40"/>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40"/>
          <p:cNvSpPr txBox="1"/>
          <p:nvPr>
            <p:ph idx="1" type="body"/>
          </p:nvPr>
        </p:nvSpPr>
        <p:spPr>
          <a:xfrm>
            <a:off x="4588626" y="704088"/>
            <a:ext cx="7132200" cy="55779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1"/>
              </a:buClr>
              <a:buSzPts val="1400"/>
              <a:buChar char="•"/>
              <a:defRPr/>
            </a:lvl1pPr>
            <a:lvl2pPr indent="-317500" lvl="1" marL="914400" algn="l">
              <a:lnSpc>
                <a:spcPct val="120000"/>
              </a:lnSpc>
              <a:spcBef>
                <a:spcPts val="500"/>
              </a:spcBef>
              <a:spcAft>
                <a:spcPts val="0"/>
              </a:spcAft>
              <a:buClr>
                <a:schemeClr val="dk1"/>
              </a:buClr>
              <a:buSzPts val="1400"/>
              <a:buChar char="•"/>
              <a:defRPr/>
            </a:lvl2pPr>
            <a:lvl3pPr indent="-317500" lvl="2" marL="1371600" algn="l">
              <a:lnSpc>
                <a:spcPct val="120000"/>
              </a:lnSpc>
              <a:spcBef>
                <a:spcPts val="500"/>
              </a:spcBef>
              <a:spcAft>
                <a:spcPts val="0"/>
              </a:spcAft>
              <a:buClr>
                <a:schemeClr val="dk1"/>
              </a:buClr>
              <a:buSzPts val="1400"/>
              <a:buChar char="•"/>
              <a:defRPr/>
            </a:lvl3pPr>
            <a:lvl4pPr indent="-317500" lvl="3" marL="1828800" algn="l">
              <a:lnSpc>
                <a:spcPct val="120000"/>
              </a:lnSpc>
              <a:spcBef>
                <a:spcPts val="500"/>
              </a:spcBef>
              <a:spcAft>
                <a:spcPts val="0"/>
              </a:spcAft>
              <a:buClr>
                <a:schemeClr val="dk1"/>
              </a:buClr>
              <a:buSzPts val="1400"/>
              <a:buChar char="•"/>
              <a:defRPr/>
            </a:lvl4pPr>
            <a:lvl5pPr indent="-317500" lvl="4" marL="2286000" algn="l">
              <a:lnSpc>
                <a:spcPct val="120000"/>
              </a:lnSpc>
              <a:spcBef>
                <a:spcPts val="500"/>
              </a:spcBef>
              <a:spcAft>
                <a:spcPts val="0"/>
              </a:spcAft>
              <a:buClr>
                <a:schemeClr val="dk1"/>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40"/>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40"/>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7" showMasterSp="0">
  <p:cSld name="Content 7">
    <p:spTree>
      <p:nvGrpSpPr>
        <p:cNvPr id="218" name="Shape 218"/>
        <p:cNvGrpSpPr/>
        <p:nvPr/>
      </p:nvGrpSpPr>
      <p:grpSpPr>
        <a:xfrm>
          <a:off x="0" y="0"/>
          <a:ext cx="0" cy="0"/>
          <a:chOff x="0" y="0"/>
          <a:chExt cx="0" cy="0"/>
        </a:xfrm>
      </p:grpSpPr>
      <p:sp>
        <p:nvSpPr>
          <p:cNvPr id="219" name="Google Shape;219;p41"/>
          <p:cNvSpPr/>
          <p:nvPr/>
        </p:nvSpPr>
        <p:spPr>
          <a:xfrm>
            <a:off x="-11209" y="0"/>
            <a:ext cx="12203100" cy="1698900"/>
          </a:xfrm>
          <a:prstGeom prst="rect">
            <a:avLst/>
          </a:prstGeom>
          <a:gradFill>
            <a:gsLst>
              <a:gs pos="0">
                <a:srgbClr val="DA002F"/>
              </a:gs>
              <a:gs pos="100000">
                <a:srgbClr val="FF8463"/>
              </a:gs>
            </a:gsLst>
            <a:lin ang="1560015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20" name="Google Shape;220;p41"/>
          <p:cNvSpPr/>
          <p:nvPr/>
        </p:nvSpPr>
        <p:spPr>
          <a:xfrm>
            <a:off x="-11210" y="4199"/>
            <a:ext cx="8126400" cy="1694700"/>
          </a:xfrm>
          <a:prstGeom prst="rect">
            <a:avLst/>
          </a:prstGeom>
          <a:gradFill>
            <a:gsLst>
              <a:gs pos="0">
                <a:srgbClr val="FF6C4F">
                  <a:alpha val="41960"/>
                </a:srgbClr>
              </a:gs>
              <a:gs pos="37000">
                <a:srgbClr val="FF6C4F">
                  <a:alpha val="41960"/>
                </a:srgbClr>
              </a:gs>
              <a:gs pos="99000">
                <a:srgbClr val="DA002F">
                  <a:alpha val="50196"/>
                </a:srgbClr>
              </a:gs>
              <a:gs pos="100000">
                <a:srgbClr val="DA002F">
                  <a:alpha val="50196"/>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21" name="Google Shape;221;p41"/>
          <p:cNvSpPr/>
          <p:nvPr/>
        </p:nvSpPr>
        <p:spPr>
          <a:xfrm>
            <a:off x="5466" y="-6046"/>
            <a:ext cx="12197700" cy="1694700"/>
          </a:xfrm>
          <a:prstGeom prst="rect">
            <a:avLst/>
          </a:prstGeom>
          <a:gradFill>
            <a:gsLst>
              <a:gs pos="0">
                <a:srgbClr val="D861D4">
                  <a:alpha val="0"/>
                </a:srgbClr>
              </a:gs>
              <a:gs pos="32000">
                <a:srgbClr val="D861D4">
                  <a:alpha val="0"/>
                </a:srgbClr>
              </a:gs>
              <a:gs pos="100000">
                <a:srgbClr val="93258E">
                  <a:alpha val="65882"/>
                </a:srgbClr>
              </a:gs>
            </a:gsLst>
            <a:lin ang="1679992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22" name="Google Shape;222;p41"/>
          <p:cNvSpPr txBox="1"/>
          <p:nvPr>
            <p:ph type="title"/>
          </p:nvPr>
        </p:nvSpPr>
        <p:spPr>
          <a:xfrm>
            <a:off x="1033272" y="347472"/>
            <a:ext cx="9875400" cy="1033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800"/>
              <a:buFont typeface="Avenir"/>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3" name="Google Shape;223;p41"/>
          <p:cNvSpPr txBox="1"/>
          <p:nvPr>
            <p:ph idx="1" type="body"/>
          </p:nvPr>
        </p:nvSpPr>
        <p:spPr>
          <a:xfrm>
            <a:off x="1033272" y="2203703"/>
            <a:ext cx="9875400" cy="4067700"/>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 name="Google Shape;224;p41"/>
          <p:cNvSpPr txBox="1"/>
          <p:nvPr>
            <p:ph idx="11" type="ftr"/>
          </p:nvPr>
        </p:nvSpPr>
        <p:spPr>
          <a:xfrm>
            <a:off x="137160" y="6455664"/>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41"/>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6" name="Google Shape;226;p41"/>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1"/>
                </a:solidFill>
                <a:latin typeface="Avenir"/>
                <a:ea typeface="Avenir"/>
                <a:cs typeface="Avenir"/>
                <a:sym typeface="Avenir"/>
              </a:defRPr>
            </a:lvl1pPr>
            <a:lvl2pPr indent="0" lvl="1" marL="0" algn="r">
              <a:spcBef>
                <a:spcPts val="0"/>
              </a:spcBef>
              <a:buNone/>
              <a:defRPr b="0" i="0" sz="800" u="none" cap="none" strike="noStrike">
                <a:solidFill>
                  <a:schemeClr val="dk1"/>
                </a:solidFill>
                <a:latin typeface="Avenir"/>
                <a:ea typeface="Avenir"/>
                <a:cs typeface="Avenir"/>
                <a:sym typeface="Avenir"/>
              </a:defRPr>
            </a:lvl2pPr>
            <a:lvl3pPr indent="0" lvl="2" marL="0" algn="r">
              <a:spcBef>
                <a:spcPts val="0"/>
              </a:spcBef>
              <a:buNone/>
              <a:defRPr b="0" i="0" sz="800" u="none" cap="none" strike="noStrike">
                <a:solidFill>
                  <a:schemeClr val="dk1"/>
                </a:solidFill>
                <a:latin typeface="Avenir"/>
                <a:ea typeface="Avenir"/>
                <a:cs typeface="Avenir"/>
                <a:sym typeface="Avenir"/>
              </a:defRPr>
            </a:lvl3pPr>
            <a:lvl4pPr indent="0" lvl="3" marL="0" algn="r">
              <a:spcBef>
                <a:spcPts val="0"/>
              </a:spcBef>
              <a:buNone/>
              <a:defRPr b="0" i="0" sz="800" u="none" cap="none" strike="noStrike">
                <a:solidFill>
                  <a:schemeClr val="dk1"/>
                </a:solidFill>
                <a:latin typeface="Avenir"/>
                <a:ea typeface="Avenir"/>
                <a:cs typeface="Avenir"/>
                <a:sym typeface="Avenir"/>
              </a:defRPr>
            </a:lvl4pPr>
            <a:lvl5pPr indent="0" lvl="4" marL="0" algn="r">
              <a:spcBef>
                <a:spcPts val="0"/>
              </a:spcBef>
              <a:buNone/>
              <a:defRPr b="0" i="0" sz="800" u="none" cap="none" strike="noStrike">
                <a:solidFill>
                  <a:schemeClr val="dk1"/>
                </a:solidFill>
                <a:latin typeface="Avenir"/>
                <a:ea typeface="Avenir"/>
                <a:cs typeface="Avenir"/>
                <a:sym typeface="Avenir"/>
              </a:defRPr>
            </a:lvl5pPr>
            <a:lvl6pPr indent="0" lvl="5" marL="0" algn="r">
              <a:spcBef>
                <a:spcPts val="0"/>
              </a:spcBef>
              <a:buNone/>
              <a:defRPr b="0" i="0" sz="800" u="none" cap="none" strike="noStrike">
                <a:solidFill>
                  <a:schemeClr val="dk1"/>
                </a:solidFill>
                <a:latin typeface="Avenir"/>
                <a:ea typeface="Avenir"/>
                <a:cs typeface="Avenir"/>
                <a:sym typeface="Avenir"/>
              </a:defRPr>
            </a:lvl6pPr>
            <a:lvl7pPr indent="0" lvl="6" marL="0" algn="r">
              <a:spcBef>
                <a:spcPts val="0"/>
              </a:spcBef>
              <a:buNone/>
              <a:defRPr b="0" i="0" sz="800" u="none" cap="none" strike="noStrike">
                <a:solidFill>
                  <a:schemeClr val="dk1"/>
                </a:solidFill>
                <a:latin typeface="Avenir"/>
                <a:ea typeface="Avenir"/>
                <a:cs typeface="Avenir"/>
                <a:sym typeface="Avenir"/>
              </a:defRPr>
            </a:lvl7pPr>
            <a:lvl8pPr indent="0" lvl="7" marL="0" algn="r">
              <a:spcBef>
                <a:spcPts val="0"/>
              </a:spcBef>
              <a:buNone/>
              <a:defRPr b="0" i="0" sz="800" u="none" cap="none" strike="noStrike">
                <a:solidFill>
                  <a:schemeClr val="dk1"/>
                </a:solidFill>
                <a:latin typeface="Avenir"/>
                <a:ea typeface="Avenir"/>
                <a:cs typeface="Avenir"/>
                <a:sym typeface="Avenir"/>
              </a:defRPr>
            </a:lvl8pPr>
            <a:lvl9pPr indent="0" lvl="8" mar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showMasterSp="0">
  <p:cSld name="Content with Picture">
    <p:spTree>
      <p:nvGrpSpPr>
        <p:cNvPr id="227" name="Shape 227"/>
        <p:cNvGrpSpPr/>
        <p:nvPr/>
      </p:nvGrpSpPr>
      <p:grpSpPr>
        <a:xfrm>
          <a:off x="0" y="0"/>
          <a:ext cx="0" cy="0"/>
          <a:chOff x="0" y="0"/>
          <a:chExt cx="0" cy="0"/>
        </a:xfrm>
      </p:grpSpPr>
      <p:sp>
        <p:nvSpPr>
          <p:cNvPr id="228" name="Google Shape;228;p42"/>
          <p:cNvSpPr/>
          <p:nvPr/>
        </p:nvSpPr>
        <p:spPr>
          <a:xfrm flipH="1">
            <a:off x="-2" y="6406116"/>
            <a:ext cx="12192000" cy="461700"/>
          </a:xfrm>
          <a:prstGeom prst="rect">
            <a:avLst/>
          </a:prstGeom>
          <a:gradFill>
            <a:gsLst>
              <a:gs pos="0">
                <a:srgbClr val="DA002F"/>
              </a:gs>
              <a:gs pos="100000">
                <a:srgbClr val="D861D4">
                  <a:alpha val="58823"/>
                </a:srgbClr>
              </a:gs>
            </a:gsLst>
            <a:lin ang="1499992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29" name="Google Shape;229;p42"/>
          <p:cNvSpPr/>
          <p:nvPr/>
        </p:nvSpPr>
        <p:spPr>
          <a:xfrm flipH="1">
            <a:off x="8022297" y="6406116"/>
            <a:ext cx="4169700" cy="461700"/>
          </a:xfrm>
          <a:prstGeom prst="rect">
            <a:avLst/>
          </a:prstGeom>
          <a:gradFill>
            <a:gsLst>
              <a:gs pos="0">
                <a:srgbClr val="FF411C">
                  <a:alpha val="60784"/>
                </a:srgbClr>
              </a:gs>
              <a:gs pos="19000">
                <a:srgbClr val="FF411C">
                  <a:alpha val="60784"/>
                </a:srgbClr>
              </a:gs>
              <a:gs pos="99000">
                <a:srgbClr val="FF907A">
                  <a:alpha val="86666"/>
                </a:srgbClr>
              </a:gs>
              <a:gs pos="100000">
                <a:srgbClr val="FF907A">
                  <a:alpha val="86666"/>
                </a:srgbClr>
              </a:gs>
            </a:gsLst>
            <a:lin ang="1319991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30" name="Google Shape;230;p42"/>
          <p:cNvSpPr txBox="1"/>
          <p:nvPr>
            <p:ph type="title"/>
          </p:nvPr>
        </p:nvSpPr>
        <p:spPr>
          <a:xfrm>
            <a:off x="731520" y="475488"/>
            <a:ext cx="6400800" cy="1197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42"/>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42"/>
          <p:cNvSpPr txBox="1"/>
          <p:nvPr>
            <p:ph idx="1" type="body"/>
          </p:nvPr>
        </p:nvSpPr>
        <p:spPr>
          <a:xfrm>
            <a:off x="731520" y="1856232"/>
            <a:ext cx="6400800" cy="40050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33" name="Google Shape;233;p42"/>
          <p:cNvPicPr preferRelativeResize="0"/>
          <p:nvPr>
            <p:ph idx="2" type="pic"/>
          </p:nvPr>
        </p:nvPicPr>
        <p:blipFill/>
        <p:spPr>
          <a:xfrm>
            <a:off x="8022440" y="603504"/>
            <a:ext cx="3553800" cy="5202900"/>
          </a:xfrm>
          <a:prstGeom prst="rect">
            <a:avLst/>
          </a:prstGeom>
          <a:blipFill rotWithShape="1">
            <a:blip r:embed="rId2">
              <a:alphaModFix amt="70000"/>
            </a:blip>
            <a:stretch>
              <a:fillRect b="0" l="0" r="0" t="0"/>
            </a:stretch>
          </a:blipFill>
          <a:ln>
            <a:noFill/>
          </a:ln>
        </p:spPr>
      </p:pic>
      <p:sp>
        <p:nvSpPr>
          <p:cNvPr id="234" name="Google Shape;234;p42"/>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5" name="Google Shape;235;p42"/>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4" showMasterSp="0">
  <p:cSld name="Content with Picture 4">
    <p:spTree>
      <p:nvGrpSpPr>
        <p:cNvPr id="236" name="Shape 236"/>
        <p:cNvGrpSpPr/>
        <p:nvPr/>
      </p:nvGrpSpPr>
      <p:grpSpPr>
        <a:xfrm>
          <a:off x="0" y="0"/>
          <a:ext cx="0" cy="0"/>
          <a:chOff x="0" y="0"/>
          <a:chExt cx="0" cy="0"/>
        </a:xfrm>
      </p:grpSpPr>
      <p:sp>
        <p:nvSpPr>
          <p:cNvPr id="237" name="Google Shape;237;p43"/>
          <p:cNvSpPr/>
          <p:nvPr/>
        </p:nvSpPr>
        <p:spPr>
          <a:xfrm flipH="1" rot="10800000">
            <a:off x="0" y="6400800"/>
            <a:ext cx="12192000" cy="457200"/>
          </a:xfrm>
          <a:prstGeom prst="rect">
            <a:avLst/>
          </a:prstGeom>
          <a:gradFill>
            <a:gsLst>
              <a:gs pos="0">
                <a:srgbClr val="FE4A00">
                  <a:alpha val="66666"/>
                </a:srgbClr>
              </a:gs>
              <a:gs pos="25000">
                <a:srgbClr val="FE4A00">
                  <a:alpha val="66666"/>
                </a:srgbClr>
              </a:gs>
              <a:gs pos="100000">
                <a:srgbClr val="DA002F">
                  <a:alpha val="84705"/>
                </a:srgbClr>
              </a:gs>
            </a:gsLst>
            <a:lin ang="59999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38" name="Google Shape;238;p43"/>
          <p:cNvSpPr/>
          <p:nvPr/>
        </p:nvSpPr>
        <p:spPr>
          <a:xfrm flipH="1">
            <a:off x="5247297" y="6400799"/>
            <a:ext cx="6944700" cy="456900"/>
          </a:xfrm>
          <a:prstGeom prst="rect">
            <a:avLst/>
          </a:prstGeom>
          <a:gradFill>
            <a:gsLst>
              <a:gs pos="0">
                <a:srgbClr val="E349BB">
                  <a:alpha val="61960"/>
                </a:srgbClr>
              </a:gs>
              <a:gs pos="9000">
                <a:srgbClr val="E349BB">
                  <a:alpha val="61960"/>
                </a:srgbClr>
              </a:gs>
              <a:gs pos="99000">
                <a:srgbClr val="92248E"/>
              </a:gs>
              <a:gs pos="100000">
                <a:srgbClr val="92248E"/>
              </a:gs>
            </a:gsLst>
            <a:lin ang="1440003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39" name="Google Shape;239;p43"/>
          <p:cNvSpPr txBox="1"/>
          <p:nvPr>
            <p:ph type="title"/>
          </p:nvPr>
        </p:nvSpPr>
        <p:spPr>
          <a:xfrm>
            <a:off x="6153912" y="475488"/>
            <a:ext cx="5440800" cy="1197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40" name="Google Shape;240;p43"/>
          <p:cNvPicPr preferRelativeResize="0"/>
          <p:nvPr>
            <p:ph idx="2" type="pic"/>
          </p:nvPr>
        </p:nvPicPr>
        <p:blipFill/>
        <p:spPr>
          <a:xfrm>
            <a:off x="0" y="-1"/>
            <a:ext cx="5247300" cy="6400500"/>
          </a:xfrm>
          <a:prstGeom prst="rect">
            <a:avLst/>
          </a:prstGeom>
          <a:blipFill rotWithShape="1">
            <a:blip r:embed="rId2">
              <a:alphaModFix amt="70000"/>
            </a:blip>
            <a:stretch>
              <a:fillRect b="0" l="0" r="0" t="0"/>
            </a:stretch>
          </a:blipFill>
          <a:ln>
            <a:noFill/>
          </a:ln>
        </p:spPr>
      </p:pic>
      <p:sp>
        <p:nvSpPr>
          <p:cNvPr id="241" name="Google Shape;241;p43"/>
          <p:cNvSpPr txBox="1"/>
          <p:nvPr>
            <p:ph idx="11" type="ftr"/>
          </p:nvPr>
        </p:nvSpPr>
        <p:spPr>
          <a:xfrm>
            <a:off x="67056" y="6455664"/>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43"/>
          <p:cNvSpPr txBox="1"/>
          <p:nvPr>
            <p:ph idx="1" type="body"/>
          </p:nvPr>
        </p:nvSpPr>
        <p:spPr>
          <a:xfrm>
            <a:off x="6153912" y="1856232"/>
            <a:ext cx="5440800" cy="40050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43"/>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43"/>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5" showMasterSp="0">
  <p:cSld name="Content with Picture 5">
    <p:spTree>
      <p:nvGrpSpPr>
        <p:cNvPr id="245" name="Shape 245"/>
        <p:cNvGrpSpPr/>
        <p:nvPr/>
      </p:nvGrpSpPr>
      <p:grpSpPr>
        <a:xfrm>
          <a:off x="0" y="0"/>
          <a:ext cx="0" cy="0"/>
          <a:chOff x="0" y="0"/>
          <a:chExt cx="0" cy="0"/>
        </a:xfrm>
      </p:grpSpPr>
      <p:sp>
        <p:nvSpPr>
          <p:cNvPr id="246" name="Google Shape;246;p44"/>
          <p:cNvSpPr/>
          <p:nvPr/>
        </p:nvSpPr>
        <p:spPr>
          <a:xfrm flipH="1" rot="10800000">
            <a:off x="0" y="6400800"/>
            <a:ext cx="12192000" cy="457200"/>
          </a:xfrm>
          <a:prstGeom prst="rect">
            <a:avLst/>
          </a:prstGeom>
          <a:gradFill>
            <a:gsLst>
              <a:gs pos="0">
                <a:srgbClr val="FE4A00">
                  <a:alpha val="66666"/>
                </a:srgbClr>
              </a:gs>
              <a:gs pos="25000">
                <a:srgbClr val="FE4A00">
                  <a:alpha val="66666"/>
                </a:srgbClr>
              </a:gs>
              <a:gs pos="100000">
                <a:srgbClr val="DA002F">
                  <a:alpha val="84705"/>
                </a:srgbClr>
              </a:gs>
            </a:gsLst>
            <a:lin ang="59999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47" name="Google Shape;247;p44"/>
          <p:cNvSpPr/>
          <p:nvPr/>
        </p:nvSpPr>
        <p:spPr>
          <a:xfrm flipH="1">
            <a:off x="6921896" y="6400799"/>
            <a:ext cx="5270100" cy="456900"/>
          </a:xfrm>
          <a:prstGeom prst="rect">
            <a:avLst/>
          </a:prstGeom>
          <a:gradFill>
            <a:gsLst>
              <a:gs pos="0">
                <a:srgbClr val="E349BB">
                  <a:alpha val="61960"/>
                </a:srgbClr>
              </a:gs>
              <a:gs pos="9000">
                <a:srgbClr val="E349BB">
                  <a:alpha val="61960"/>
                </a:srgbClr>
              </a:gs>
              <a:gs pos="99000">
                <a:srgbClr val="92248E"/>
              </a:gs>
              <a:gs pos="100000">
                <a:srgbClr val="92248E"/>
              </a:gs>
            </a:gsLst>
            <a:lin ang="1440003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48" name="Google Shape;248;p44"/>
          <p:cNvSpPr txBox="1"/>
          <p:nvPr>
            <p:ph type="title"/>
          </p:nvPr>
        </p:nvSpPr>
        <p:spPr>
          <a:xfrm>
            <a:off x="731520" y="475488"/>
            <a:ext cx="5440800" cy="1197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 name="Google Shape;249;p44"/>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44"/>
          <p:cNvSpPr txBox="1"/>
          <p:nvPr>
            <p:ph idx="1" type="body"/>
          </p:nvPr>
        </p:nvSpPr>
        <p:spPr>
          <a:xfrm>
            <a:off x="731520" y="1856232"/>
            <a:ext cx="5440800" cy="40050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51" name="Google Shape;251;p44"/>
          <p:cNvPicPr preferRelativeResize="0"/>
          <p:nvPr>
            <p:ph idx="2" type="pic"/>
          </p:nvPr>
        </p:nvPicPr>
        <p:blipFill/>
        <p:spPr>
          <a:xfrm>
            <a:off x="6922008" y="-1"/>
            <a:ext cx="5270100" cy="6400500"/>
          </a:xfrm>
          <a:prstGeom prst="rect">
            <a:avLst/>
          </a:prstGeom>
          <a:blipFill rotWithShape="1">
            <a:blip r:embed="rId2">
              <a:alphaModFix amt="70000"/>
            </a:blip>
            <a:stretch>
              <a:fillRect b="0" l="0" r="0" t="0"/>
            </a:stretch>
          </a:blipFill>
          <a:ln>
            <a:noFill/>
          </a:ln>
        </p:spPr>
      </p:pic>
      <p:sp>
        <p:nvSpPr>
          <p:cNvPr id="252" name="Google Shape;252;p44"/>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44"/>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7" showMasterSp="0">
  <p:cSld name="Content with Picture 7">
    <p:spTree>
      <p:nvGrpSpPr>
        <p:cNvPr id="254" name="Shape 254"/>
        <p:cNvGrpSpPr/>
        <p:nvPr/>
      </p:nvGrpSpPr>
      <p:grpSpPr>
        <a:xfrm>
          <a:off x="0" y="0"/>
          <a:ext cx="0" cy="0"/>
          <a:chOff x="0" y="0"/>
          <a:chExt cx="0" cy="0"/>
        </a:xfrm>
      </p:grpSpPr>
      <p:sp>
        <p:nvSpPr>
          <p:cNvPr id="255" name="Google Shape;255;p45"/>
          <p:cNvSpPr/>
          <p:nvPr/>
        </p:nvSpPr>
        <p:spPr>
          <a:xfrm flipH="1">
            <a:off x="-2" y="6406116"/>
            <a:ext cx="12192000" cy="461700"/>
          </a:xfrm>
          <a:prstGeom prst="rect">
            <a:avLst/>
          </a:prstGeom>
          <a:gradFill>
            <a:gsLst>
              <a:gs pos="0">
                <a:srgbClr val="DA002F"/>
              </a:gs>
              <a:gs pos="100000">
                <a:srgbClr val="D861D4">
                  <a:alpha val="58823"/>
                </a:srgbClr>
              </a:gs>
            </a:gsLst>
            <a:lin ang="1499992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56" name="Google Shape;256;p45"/>
          <p:cNvSpPr/>
          <p:nvPr/>
        </p:nvSpPr>
        <p:spPr>
          <a:xfrm flipH="1">
            <a:off x="7562398" y="6406116"/>
            <a:ext cx="4629600" cy="461700"/>
          </a:xfrm>
          <a:prstGeom prst="rect">
            <a:avLst/>
          </a:prstGeom>
          <a:gradFill>
            <a:gsLst>
              <a:gs pos="0">
                <a:srgbClr val="FF411C">
                  <a:alpha val="60784"/>
                </a:srgbClr>
              </a:gs>
              <a:gs pos="19000">
                <a:srgbClr val="FF411C">
                  <a:alpha val="60784"/>
                </a:srgbClr>
              </a:gs>
              <a:gs pos="99000">
                <a:srgbClr val="FF907A">
                  <a:alpha val="86666"/>
                </a:srgbClr>
              </a:gs>
              <a:gs pos="100000">
                <a:srgbClr val="FF907A">
                  <a:alpha val="86666"/>
                </a:srgbClr>
              </a:gs>
            </a:gsLst>
            <a:lin ang="1319991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57" name="Google Shape;257;p45"/>
          <p:cNvSpPr txBox="1"/>
          <p:nvPr>
            <p:ph type="title"/>
          </p:nvPr>
        </p:nvSpPr>
        <p:spPr>
          <a:xfrm>
            <a:off x="640080" y="704087"/>
            <a:ext cx="2907900" cy="23775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 name="Google Shape;258;p45"/>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45"/>
          <p:cNvSpPr txBox="1"/>
          <p:nvPr>
            <p:ph idx="1" type="body"/>
          </p:nvPr>
        </p:nvSpPr>
        <p:spPr>
          <a:xfrm>
            <a:off x="4023360" y="704088"/>
            <a:ext cx="2843700" cy="51114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1"/>
              </a:buClr>
              <a:buSzPts val="1400"/>
              <a:buChar char="•"/>
              <a:defRPr/>
            </a:lvl1pPr>
            <a:lvl2pPr indent="-317500" lvl="1" marL="914400" algn="l">
              <a:lnSpc>
                <a:spcPct val="120000"/>
              </a:lnSpc>
              <a:spcBef>
                <a:spcPts val="500"/>
              </a:spcBef>
              <a:spcAft>
                <a:spcPts val="0"/>
              </a:spcAft>
              <a:buClr>
                <a:schemeClr val="dk1"/>
              </a:buClr>
              <a:buSzPts val="1400"/>
              <a:buChar char="•"/>
              <a:defRPr/>
            </a:lvl2pPr>
            <a:lvl3pPr indent="-317500" lvl="2" marL="1371600" algn="l">
              <a:lnSpc>
                <a:spcPct val="120000"/>
              </a:lnSpc>
              <a:spcBef>
                <a:spcPts val="500"/>
              </a:spcBef>
              <a:spcAft>
                <a:spcPts val="0"/>
              </a:spcAft>
              <a:buClr>
                <a:schemeClr val="dk1"/>
              </a:buClr>
              <a:buSzPts val="1400"/>
              <a:buChar char="•"/>
              <a:defRPr/>
            </a:lvl3pPr>
            <a:lvl4pPr indent="-317500" lvl="3" marL="1828800" algn="l">
              <a:lnSpc>
                <a:spcPct val="120000"/>
              </a:lnSpc>
              <a:spcBef>
                <a:spcPts val="500"/>
              </a:spcBef>
              <a:spcAft>
                <a:spcPts val="0"/>
              </a:spcAft>
              <a:buClr>
                <a:schemeClr val="dk1"/>
              </a:buClr>
              <a:buSzPts val="1400"/>
              <a:buChar char="•"/>
              <a:defRPr/>
            </a:lvl4pPr>
            <a:lvl5pPr indent="-317500" lvl="4" marL="2286000" algn="l">
              <a:lnSpc>
                <a:spcPct val="120000"/>
              </a:lnSpc>
              <a:spcBef>
                <a:spcPts val="500"/>
              </a:spcBef>
              <a:spcAft>
                <a:spcPts val="0"/>
              </a:spcAft>
              <a:buClr>
                <a:schemeClr val="dk1"/>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60" name="Google Shape;260;p45"/>
          <p:cNvPicPr preferRelativeResize="0"/>
          <p:nvPr>
            <p:ph idx="2" type="pic"/>
          </p:nvPr>
        </p:nvPicPr>
        <p:blipFill/>
        <p:spPr>
          <a:xfrm>
            <a:off x="7562436" y="0"/>
            <a:ext cx="4629600" cy="6409800"/>
          </a:xfrm>
          <a:prstGeom prst="rect">
            <a:avLst/>
          </a:prstGeom>
          <a:blipFill rotWithShape="1">
            <a:blip r:embed="rId2">
              <a:alphaModFix amt="70000"/>
            </a:blip>
            <a:stretch>
              <a:fillRect b="0" l="0" r="0" t="0"/>
            </a:stretch>
          </a:blipFill>
          <a:ln>
            <a:noFill/>
          </a:ln>
        </p:spPr>
      </p:pic>
      <p:sp>
        <p:nvSpPr>
          <p:cNvPr id="261" name="Google Shape;261;p45"/>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2" name="Google Shape;262;p45"/>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8" showMasterSp="0">
  <p:cSld name="Content with Picture 8">
    <p:spTree>
      <p:nvGrpSpPr>
        <p:cNvPr id="263" name="Shape 263"/>
        <p:cNvGrpSpPr/>
        <p:nvPr/>
      </p:nvGrpSpPr>
      <p:grpSpPr>
        <a:xfrm>
          <a:off x="0" y="0"/>
          <a:ext cx="0" cy="0"/>
          <a:chOff x="0" y="0"/>
          <a:chExt cx="0" cy="0"/>
        </a:xfrm>
      </p:grpSpPr>
      <p:sp>
        <p:nvSpPr>
          <p:cNvPr id="264" name="Google Shape;264;p46"/>
          <p:cNvSpPr/>
          <p:nvPr/>
        </p:nvSpPr>
        <p:spPr>
          <a:xfrm flipH="1">
            <a:off x="-2" y="6406116"/>
            <a:ext cx="12192000" cy="461700"/>
          </a:xfrm>
          <a:prstGeom prst="rect">
            <a:avLst/>
          </a:prstGeom>
          <a:gradFill>
            <a:gsLst>
              <a:gs pos="0">
                <a:srgbClr val="DA002F"/>
              </a:gs>
              <a:gs pos="100000">
                <a:srgbClr val="D861D4">
                  <a:alpha val="58823"/>
                </a:srgbClr>
              </a:gs>
            </a:gsLst>
            <a:lin ang="1499992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65" name="Google Shape;265;p46"/>
          <p:cNvSpPr/>
          <p:nvPr/>
        </p:nvSpPr>
        <p:spPr>
          <a:xfrm flipH="1">
            <a:off x="8305800" y="6406116"/>
            <a:ext cx="3886200" cy="461700"/>
          </a:xfrm>
          <a:prstGeom prst="rect">
            <a:avLst/>
          </a:prstGeom>
          <a:gradFill>
            <a:gsLst>
              <a:gs pos="0">
                <a:srgbClr val="FF411C">
                  <a:alpha val="60784"/>
                </a:srgbClr>
              </a:gs>
              <a:gs pos="19000">
                <a:srgbClr val="FF411C">
                  <a:alpha val="60784"/>
                </a:srgbClr>
              </a:gs>
              <a:gs pos="99000">
                <a:srgbClr val="FF907A">
                  <a:alpha val="86666"/>
                </a:srgbClr>
              </a:gs>
              <a:gs pos="100000">
                <a:srgbClr val="FF907A">
                  <a:alpha val="86666"/>
                </a:srgbClr>
              </a:gs>
            </a:gsLst>
            <a:lin ang="1319991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66" name="Google Shape;266;p46"/>
          <p:cNvSpPr txBox="1"/>
          <p:nvPr>
            <p:ph type="title"/>
          </p:nvPr>
        </p:nvSpPr>
        <p:spPr>
          <a:xfrm>
            <a:off x="640080" y="704088"/>
            <a:ext cx="2907900" cy="23775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46"/>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8" name="Google Shape;268;p46"/>
          <p:cNvSpPr txBox="1"/>
          <p:nvPr>
            <p:ph idx="1" type="body"/>
          </p:nvPr>
        </p:nvSpPr>
        <p:spPr>
          <a:xfrm>
            <a:off x="4023360" y="704088"/>
            <a:ext cx="3776400" cy="53478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1"/>
              </a:buClr>
              <a:buSzPts val="1400"/>
              <a:buChar char="•"/>
              <a:defRPr/>
            </a:lvl1pPr>
            <a:lvl2pPr indent="-317500" lvl="1" marL="914400" algn="l">
              <a:lnSpc>
                <a:spcPct val="120000"/>
              </a:lnSpc>
              <a:spcBef>
                <a:spcPts val="500"/>
              </a:spcBef>
              <a:spcAft>
                <a:spcPts val="0"/>
              </a:spcAft>
              <a:buClr>
                <a:schemeClr val="dk1"/>
              </a:buClr>
              <a:buSzPts val="1400"/>
              <a:buChar char="•"/>
              <a:defRPr/>
            </a:lvl2pPr>
            <a:lvl3pPr indent="-317500" lvl="2" marL="1371600" algn="l">
              <a:lnSpc>
                <a:spcPct val="120000"/>
              </a:lnSpc>
              <a:spcBef>
                <a:spcPts val="500"/>
              </a:spcBef>
              <a:spcAft>
                <a:spcPts val="0"/>
              </a:spcAft>
              <a:buClr>
                <a:schemeClr val="dk1"/>
              </a:buClr>
              <a:buSzPts val="1400"/>
              <a:buChar char="•"/>
              <a:defRPr/>
            </a:lvl3pPr>
            <a:lvl4pPr indent="-317500" lvl="3" marL="1828800" algn="l">
              <a:lnSpc>
                <a:spcPct val="120000"/>
              </a:lnSpc>
              <a:spcBef>
                <a:spcPts val="500"/>
              </a:spcBef>
              <a:spcAft>
                <a:spcPts val="0"/>
              </a:spcAft>
              <a:buClr>
                <a:schemeClr val="dk1"/>
              </a:buClr>
              <a:buSzPts val="1400"/>
              <a:buChar char="•"/>
              <a:defRPr/>
            </a:lvl4pPr>
            <a:lvl5pPr indent="-317500" lvl="4" marL="2286000" algn="l">
              <a:lnSpc>
                <a:spcPct val="120000"/>
              </a:lnSpc>
              <a:spcBef>
                <a:spcPts val="500"/>
              </a:spcBef>
              <a:spcAft>
                <a:spcPts val="0"/>
              </a:spcAft>
              <a:buClr>
                <a:schemeClr val="dk1"/>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69" name="Google Shape;269;p46"/>
          <p:cNvPicPr preferRelativeResize="0"/>
          <p:nvPr>
            <p:ph idx="2" type="pic"/>
          </p:nvPr>
        </p:nvPicPr>
        <p:blipFill/>
        <p:spPr>
          <a:xfrm>
            <a:off x="8305800" y="0"/>
            <a:ext cx="3886200" cy="6406200"/>
          </a:xfrm>
          <a:prstGeom prst="rect">
            <a:avLst/>
          </a:prstGeom>
          <a:blipFill rotWithShape="1">
            <a:blip r:embed="rId2">
              <a:alphaModFix amt="70000"/>
            </a:blip>
            <a:stretch>
              <a:fillRect b="0" l="0" r="0" t="0"/>
            </a:stretch>
          </a:blipFill>
          <a:ln>
            <a:noFill/>
          </a:ln>
        </p:spPr>
      </p:pic>
      <p:sp>
        <p:nvSpPr>
          <p:cNvPr id="270" name="Google Shape;270;p46"/>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1" name="Google Shape;271;p46"/>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9" showMasterSp="0">
  <p:cSld name="Content with Picture 9">
    <p:spTree>
      <p:nvGrpSpPr>
        <p:cNvPr id="272" name="Shape 272"/>
        <p:cNvGrpSpPr/>
        <p:nvPr/>
      </p:nvGrpSpPr>
      <p:grpSpPr>
        <a:xfrm>
          <a:off x="0" y="0"/>
          <a:ext cx="0" cy="0"/>
          <a:chOff x="0" y="0"/>
          <a:chExt cx="0" cy="0"/>
        </a:xfrm>
      </p:grpSpPr>
      <p:sp>
        <p:nvSpPr>
          <p:cNvPr id="273" name="Google Shape;273;p47"/>
          <p:cNvSpPr/>
          <p:nvPr/>
        </p:nvSpPr>
        <p:spPr>
          <a:xfrm flipH="1">
            <a:off x="-2" y="6406116"/>
            <a:ext cx="12192000" cy="461700"/>
          </a:xfrm>
          <a:prstGeom prst="rect">
            <a:avLst/>
          </a:prstGeom>
          <a:gradFill>
            <a:gsLst>
              <a:gs pos="0">
                <a:srgbClr val="DA002F"/>
              </a:gs>
              <a:gs pos="100000">
                <a:srgbClr val="D861D4">
                  <a:alpha val="58823"/>
                </a:srgbClr>
              </a:gs>
            </a:gsLst>
            <a:lin ang="1499992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74" name="Google Shape;274;p47"/>
          <p:cNvSpPr/>
          <p:nvPr/>
        </p:nvSpPr>
        <p:spPr>
          <a:xfrm flipH="1">
            <a:off x="5029198" y="6406116"/>
            <a:ext cx="7162800" cy="461700"/>
          </a:xfrm>
          <a:prstGeom prst="rect">
            <a:avLst/>
          </a:prstGeom>
          <a:gradFill>
            <a:gsLst>
              <a:gs pos="0">
                <a:srgbClr val="FF411C">
                  <a:alpha val="60784"/>
                </a:srgbClr>
              </a:gs>
              <a:gs pos="19000">
                <a:srgbClr val="FF411C">
                  <a:alpha val="60784"/>
                </a:srgbClr>
              </a:gs>
              <a:gs pos="99000">
                <a:srgbClr val="FF907A">
                  <a:alpha val="86666"/>
                </a:srgbClr>
              </a:gs>
              <a:gs pos="100000">
                <a:srgbClr val="FF907A">
                  <a:alpha val="86666"/>
                </a:srgbClr>
              </a:gs>
            </a:gsLst>
            <a:lin ang="1319991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75" name="Google Shape;275;p47"/>
          <p:cNvSpPr txBox="1"/>
          <p:nvPr>
            <p:ph type="title"/>
          </p:nvPr>
        </p:nvSpPr>
        <p:spPr>
          <a:xfrm>
            <a:off x="731520" y="923544"/>
            <a:ext cx="3840600" cy="2505600"/>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dk1"/>
              </a:buClr>
              <a:buSzPts val="2800"/>
              <a:buFont typeface="Aveni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47"/>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77" name="Google Shape;277;p47"/>
          <p:cNvPicPr preferRelativeResize="0"/>
          <p:nvPr>
            <p:ph idx="2" type="pic"/>
          </p:nvPr>
        </p:nvPicPr>
        <p:blipFill/>
        <p:spPr>
          <a:xfrm>
            <a:off x="5065776" y="0"/>
            <a:ext cx="6135600" cy="3291900"/>
          </a:xfrm>
          <a:prstGeom prst="rect">
            <a:avLst/>
          </a:prstGeom>
          <a:blipFill rotWithShape="1">
            <a:blip r:embed="rId2">
              <a:alphaModFix amt="70000"/>
            </a:blip>
            <a:stretch>
              <a:fillRect b="0" l="0" r="0" t="0"/>
            </a:stretch>
          </a:blipFill>
          <a:ln>
            <a:noFill/>
          </a:ln>
        </p:spPr>
      </p:pic>
      <p:sp>
        <p:nvSpPr>
          <p:cNvPr id="278" name="Google Shape;278;p47"/>
          <p:cNvSpPr txBox="1"/>
          <p:nvPr>
            <p:ph idx="1" type="body"/>
          </p:nvPr>
        </p:nvSpPr>
        <p:spPr>
          <a:xfrm>
            <a:off x="5029200" y="3511295"/>
            <a:ext cx="6172200" cy="26064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1"/>
              </a:buClr>
              <a:buSzPts val="1400"/>
              <a:buChar char="•"/>
              <a:defRPr/>
            </a:lvl1pPr>
            <a:lvl2pPr indent="-317500" lvl="1" marL="914400" algn="l">
              <a:lnSpc>
                <a:spcPct val="120000"/>
              </a:lnSpc>
              <a:spcBef>
                <a:spcPts val="500"/>
              </a:spcBef>
              <a:spcAft>
                <a:spcPts val="0"/>
              </a:spcAft>
              <a:buClr>
                <a:schemeClr val="dk1"/>
              </a:buClr>
              <a:buSzPts val="1400"/>
              <a:buChar char="•"/>
              <a:defRPr/>
            </a:lvl2pPr>
            <a:lvl3pPr indent="-317500" lvl="2" marL="1371600" algn="l">
              <a:lnSpc>
                <a:spcPct val="120000"/>
              </a:lnSpc>
              <a:spcBef>
                <a:spcPts val="500"/>
              </a:spcBef>
              <a:spcAft>
                <a:spcPts val="0"/>
              </a:spcAft>
              <a:buClr>
                <a:schemeClr val="dk1"/>
              </a:buClr>
              <a:buSzPts val="1400"/>
              <a:buChar char="•"/>
              <a:defRPr/>
            </a:lvl3pPr>
            <a:lvl4pPr indent="-317500" lvl="3" marL="1828800" algn="l">
              <a:lnSpc>
                <a:spcPct val="120000"/>
              </a:lnSpc>
              <a:spcBef>
                <a:spcPts val="500"/>
              </a:spcBef>
              <a:spcAft>
                <a:spcPts val="0"/>
              </a:spcAft>
              <a:buClr>
                <a:schemeClr val="dk1"/>
              </a:buClr>
              <a:buSzPts val="1400"/>
              <a:buChar char="•"/>
              <a:defRPr/>
            </a:lvl4pPr>
            <a:lvl5pPr indent="-317500" lvl="4" marL="2286000" algn="l">
              <a:lnSpc>
                <a:spcPct val="120000"/>
              </a:lnSpc>
              <a:spcBef>
                <a:spcPts val="500"/>
              </a:spcBef>
              <a:spcAft>
                <a:spcPts val="0"/>
              </a:spcAft>
              <a:buClr>
                <a:schemeClr val="dk1"/>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 name="Google Shape;279;p47"/>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0" name="Google Shape;280;p47"/>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0" showMasterSp="0">
  <p:cSld name="Content with Picture 10">
    <p:spTree>
      <p:nvGrpSpPr>
        <p:cNvPr id="281" name="Shape 281"/>
        <p:cNvGrpSpPr/>
        <p:nvPr/>
      </p:nvGrpSpPr>
      <p:grpSpPr>
        <a:xfrm>
          <a:off x="0" y="0"/>
          <a:ext cx="0" cy="0"/>
          <a:chOff x="0" y="0"/>
          <a:chExt cx="0" cy="0"/>
        </a:xfrm>
      </p:grpSpPr>
      <p:sp>
        <p:nvSpPr>
          <p:cNvPr id="282" name="Google Shape;282;p48"/>
          <p:cNvSpPr/>
          <p:nvPr/>
        </p:nvSpPr>
        <p:spPr>
          <a:xfrm flipH="1">
            <a:off x="-2" y="6406116"/>
            <a:ext cx="12192000" cy="461700"/>
          </a:xfrm>
          <a:prstGeom prst="rect">
            <a:avLst/>
          </a:prstGeom>
          <a:gradFill>
            <a:gsLst>
              <a:gs pos="0">
                <a:srgbClr val="DA002F"/>
              </a:gs>
              <a:gs pos="100000">
                <a:srgbClr val="D861D4">
                  <a:alpha val="58823"/>
                </a:srgbClr>
              </a:gs>
            </a:gsLst>
            <a:lin ang="1499992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83" name="Google Shape;283;p48"/>
          <p:cNvSpPr/>
          <p:nvPr/>
        </p:nvSpPr>
        <p:spPr>
          <a:xfrm flipH="1">
            <a:off x="5029198" y="6406116"/>
            <a:ext cx="7162800" cy="461700"/>
          </a:xfrm>
          <a:prstGeom prst="rect">
            <a:avLst/>
          </a:prstGeom>
          <a:gradFill>
            <a:gsLst>
              <a:gs pos="0">
                <a:srgbClr val="FF411C">
                  <a:alpha val="60784"/>
                </a:srgbClr>
              </a:gs>
              <a:gs pos="19000">
                <a:srgbClr val="FF411C">
                  <a:alpha val="60784"/>
                </a:srgbClr>
              </a:gs>
              <a:gs pos="99000">
                <a:srgbClr val="FF907A">
                  <a:alpha val="86666"/>
                </a:srgbClr>
              </a:gs>
              <a:gs pos="100000">
                <a:srgbClr val="FF907A">
                  <a:alpha val="86666"/>
                </a:srgbClr>
              </a:gs>
            </a:gsLst>
            <a:lin ang="1319991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84" name="Google Shape;284;p48"/>
          <p:cNvSpPr txBox="1"/>
          <p:nvPr>
            <p:ph type="title"/>
          </p:nvPr>
        </p:nvSpPr>
        <p:spPr>
          <a:xfrm>
            <a:off x="1024128" y="932688"/>
            <a:ext cx="3392400" cy="3182100"/>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dk1"/>
              </a:buClr>
              <a:buSzPts val="2800"/>
              <a:buFont typeface="Aveni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 name="Google Shape;285;p48"/>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86" name="Google Shape;286;p48"/>
          <p:cNvPicPr preferRelativeResize="0"/>
          <p:nvPr>
            <p:ph idx="2" type="pic"/>
          </p:nvPr>
        </p:nvPicPr>
        <p:blipFill/>
        <p:spPr>
          <a:xfrm>
            <a:off x="5065776" y="0"/>
            <a:ext cx="6135600" cy="3959400"/>
          </a:xfrm>
          <a:prstGeom prst="rect">
            <a:avLst/>
          </a:prstGeom>
          <a:blipFill rotWithShape="1">
            <a:blip r:embed="rId2">
              <a:alphaModFix amt="70000"/>
            </a:blip>
            <a:stretch>
              <a:fillRect b="0" l="0" r="0" t="0"/>
            </a:stretch>
          </a:blipFill>
          <a:ln>
            <a:noFill/>
          </a:ln>
        </p:spPr>
      </p:pic>
      <p:sp>
        <p:nvSpPr>
          <p:cNvPr id="287" name="Google Shape;287;p48"/>
          <p:cNvSpPr txBox="1"/>
          <p:nvPr>
            <p:ph idx="1" type="body"/>
          </p:nvPr>
        </p:nvSpPr>
        <p:spPr>
          <a:xfrm>
            <a:off x="5029200" y="4206240"/>
            <a:ext cx="6172200" cy="16458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400"/>
              <a:buNone/>
              <a:defRPr/>
            </a:lvl1pPr>
            <a:lvl2pPr indent="-228600" lvl="1" marL="914400" algn="l">
              <a:lnSpc>
                <a:spcPct val="120000"/>
              </a:lnSpc>
              <a:spcBef>
                <a:spcPts val="500"/>
              </a:spcBef>
              <a:spcAft>
                <a:spcPts val="0"/>
              </a:spcAft>
              <a:buClr>
                <a:schemeClr val="dk1"/>
              </a:buClr>
              <a:buSzPts val="14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 name="Google Shape;288;p48"/>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p48"/>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2" showMasterSp="0">
  <p:cSld name="Content with Picture 12">
    <p:spTree>
      <p:nvGrpSpPr>
        <p:cNvPr id="290" name="Shape 290"/>
        <p:cNvGrpSpPr/>
        <p:nvPr/>
      </p:nvGrpSpPr>
      <p:grpSpPr>
        <a:xfrm>
          <a:off x="0" y="0"/>
          <a:ext cx="0" cy="0"/>
          <a:chOff x="0" y="0"/>
          <a:chExt cx="0" cy="0"/>
        </a:xfrm>
      </p:grpSpPr>
      <p:sp>
        <p:nvSpPr>
          <p:cNvPr id="291" name="Google Shape;291;p49"/>
          <p:cNvSpPr/>
          <p:nvPr/>
        </p:nvSpPr>
        <p:spPr>
          <a:xfrm flipH="1" rot="10800000">
            <a:off x="0" y="6400800"/>
            <a:ext cx="12192000" cy="457200"/>
          </a:xfrm>
          <a:prstGeom prst="rect">
            <a:avLst/>
          </a:prstGeom>
          <a:gradFill>
            <a:gsLst>
              <a:gs pos="0">
                <a:srgbClr val="FE4A00">
                  <a:alpha val="66666"/>
                </a:srgbClr>
              </a:gs>
              <a:gs pos="25000">
                <a:srgbClr val="FE4A00">
                  <a:alpha val="66666"/>
                </a:srgbClr>
              </a:gs>
              <a:gs pos="100000">
                <a:srgbClr val="DA002F">
                  <a:alpha val="84705"/>
                </a:srgbClr>
              </a:gs>
            </a:gsLst>
            <a:lin ang="59999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92" name="Google Shape;292;p49"/>
          <p:cNvSpPr/>
          <p:nvPr/>
        </p:nvSpPr>
        <p:spPr>
          <a:xfrm flipH="1">
            <a:off x="6945596" y="6401228"/>
            <a:ext cx="5246400" cy="456900"/>
          </a:xfrm>
          <a:prstGeom prst="rect">
            <a:avLst/>
          </a:prstGeom>
          <a:gradFill>
            <a:gsLst>
              <a:gs pos="0">
                <a:srgbClr val="E349BB">
                  <a:alpha val="61960"/>
                </a:srgbClr>
              </a:gs>
              <a:gs pos="9000">
                <a:srgbClr val="E349BB">
                  <a:alpha val="61960"/>
                </a:srgbClr>
              </a:gs>
              <a:gs pos="99000">
                <a:srgbClr val="92248E"/>
              </a:gs>
              <a:gs pos="100000">
                <a:srgbClr val="92248E"/>
              </a:gs>
            </a:gsLst>
            <a:lin ang="1440003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93" name="Google Shape;293;p49"/>
          <p:cNvSpPr txBox="1"/>
          <p:nvPr>
            <p:ph type="title"/>
          </p:nvPr>
        </p:nvSpPr>
        <p:spPr>
          <a:xfrm>
            <a:off x="731520" y="512064"/>
            <a:ext cx="10844700" cy="117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4" name="Google Shape;294;p49"/>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95" name="Google Shape;295;p49"/>
          <p:cNvPicPr preferRelativeResize="0"/>
          <p:nvPr>
            <p:ph idx="2" type="pic"/>
          </p:nvPr>
        </p:nvPicPr>
        <p:blipFill/>
        <p:spPr>
          <a:xfrm>
            <a:off x="731520" y="1984247"/>
            <a:ext cx="6214200" cy="3879900"/>
          </a:xfrm>
          <a:prstGeom prst="rect">
            <a:avLst/>
          </a:prstGeom>
          <a:blipFill rotWithShape="1">
            <a:blip r:embed="rId2">
              <a:alphaModFix amt="70000"/>
            </a:blip>
            <a:stretch>
              <a:fillRect b="0" l="0" r="0" t="0"/>
            </a:stretch>
          </a:blipFill>
          <a:ln>
            <a:noFill/>
          </a:ln>
        </p:spPr>
      </p:pic>
      <p:sp>
        <p:nvSpPr>
          <p:cNvPr id="296" name="Google Shape;296;p49"/>
          <p:cNvSpPr txBox="1"/>
          <p:nvPr>
            <p:ph idx="1" type="body"/>
          </p:nvPr>
        </p:nvSpPr>
        <p:spPr>
          <a:xfrm>
            <a:off x="7699959" y="1984248"/>
            <a:ext cx="3876300" cy="3879900"/>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 name="Google Shape;297;p49"/>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8" name="Google Shape;298;p49"/>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4" showMasterSp="0">
  <p:cSld name="Content with Picture 14">
    <p:spTree>
      <p:nvGrpSpPr>
        <p:cNvPr id="299" name="Shape 299"/>
        <p:cNvGrpSpPr/>
        <p:nvPr/>
      </p:nvGrpSpPr>
      <p:grpSpPr>
        <a:xfrm>
          <a:off x="0" y="0"/>
          <a:ext cx="0" cy="0"/>
          <a:chOff x="0" y="0"/>
          <a:chExt cx="0" cy="0"/>
        </a:xfrm>
      </p:grpSpPr>
      <p:sp>
        <p:nvSpPr>
          <p:cNvPr id="300" name="Google Shape;300;p50"/>
          <p:cNvSpPr/>
          <p:nvPr/>
        </p:nvSpPr>
        <p:spPr>
          <a:xfrm flipH="1" rot="10800000">
            <a:off x="0" y="6400800"/>
            <a:ext cx="12192000" cy="457200"/>
          </a:xfrm>
          <a:prstGeom prst="rect">
            <a:avLst/>
          </a:prstGeom>
          <a:gradFill>
            <a:gsLst>
              <a:gs pos="0">
                <a:srgbClr val="FE4A00">
                  <a:alpha val="66666"/>
                </a:srgbClr>
              </a:gs>
              <a:gs pos="25000">
                <a:srgbClr val="FE4A00">
                  <a:alpha val="66666"/>
                </a:srgbClr>
              </a:gs>
              <a:gs pos="100000">
                <a:srgbClr val="DA002F">
                  <a:alpha val="84705"/>
                </a:srgbClr>
              </a:gs>
            </a:gsLst>
            <a:lin ang="59999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01" name="Google Shape;301;p50"/>
          <p:cNvSpPr/>
          <p:nvPr/>
        </p:nvSpPr>
        <p:spPr>
          <a:xfrm flipH="1">
            <a:off x="3626696" y="6400799"/>
            <a:ext cx="8565300" cy="456900"/>
          </a:xfrm>
          <a:prstGeom prst="rect">
            <a:avLst/>
          </a:prstGeom>
          <a:gradFill>
            <a:gsLst>
              <a:gs pos="0">
                <a:srgbClr val="E349BB">
                  <a:alpha val="61960"/>
                </a:srgbClr>
              </a:gs>
              <a:gs pos="9000">
                <a:srgbClr val="E349BB">
                  <a:alpha val="61960"/>
                </a:srgbClr>
              </a:gs>
              <a:gs pos="99000">
                <a:srgbClr val="92248E"/>
              </a:gs>
              <a:gs pos="100000">
                <a:srgbClr val="92248E"/>
              </a:gs>
            </a:gsLst>
            <a:lin ang="1440003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02" name="Google Shape;302;p50"/>
          <p:cNvSpPr txBox="1"/>
          <p:nvPr>
            <p:ph type="title"/>
          </p:nvPr>
        </p:nvSpPr>
        <p:spPr>
          <a:xfrm>
            <a:off x="731520" y="704088"/>
            <a:ext cx="2895300" cy="15819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veni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3" name="Google Shape;303;p50"/>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304" name="Google Shape;304;p50"/>
          <p:cNvPicPr preferRelativeResize="0"/>
          <p:nvPr>
            <p:ph idx="2" type="pic"/>
          </p:nvPr>
        </p:nvPicPr>
        <p:blipFill/>
        <p:spPr>
          <a:xfrm>
            <a:off x="731520" y="2368296"/>
            <a:ext cx="2788800" cy="3429000"/>
          </a:xfrm>
          <a:prstGeom prst="rect">
            <a:avLst/>
          </a:prstGeom>
          <a:blipFill rotWithShape="1">
            <a:blip r:embed="rId2">
              <a:alphaModFix amt="70000"/>
            </a:blip>
            <a:stretch>
              <a:fillRect b="0" l="0" r="0" t="0"/>
            </a:stretch>
          </a:blipFill>
          <a:ln>
            <a:noFill/>
          </a:ln>
        </p:spPr>
      </p:pic>
      <p:sp>
        <p:nvSpPr>
          <p:cNvPr id="305" name="Google Shape;305;p50"/>
          <p:cNvSpPr txBox="1"/>
          <p:nvPr>
            <p:ph idx="1" type="body"/>
          </p:nvPr>
        </p:nvSpPr>
        <p:spPr>
          <a:xfrm>
            <a:off x="4453128" y="704088"/>
            <a:ext cx="7123200" cy="51756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 name="Google Shape;306;p50"/>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7" name="Google Shape;307;p50"/>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showMasterSp="0">
  <p:cSld name="Number Large">
    <p:bg>
      <p:bgPr>
        <a:solidFill>
          <a:schemeClr val="dk1"/>
        </a:solidFill>
      </p:bgPr>
    </p:bg>
    <p:spTree>
      <p:nvGrpSpPr>
        <p:cNvPr id="308" name="Shape 308"/>
        <p:cNvGrpSpPr/>
        <p:nvPr/>
      </p:nvGrpSpPr>
      <p:grpSpPr>
        <a:xfrm>
          <a:off x="0" y="0"/>
          <a:ext cx="0" cy="0"/>
          <a:chOff x="0" y="0"/>
          <a:chExt cx="0" cy="0"/>
        </a:xfrm>
      </p:grpSpPr>
      <p:sp>
        <p:nvSpPr>
          <p:cNvPr id="309" name="Google Shape;309;p51"/>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Arial"/>
              <a:ea typeface="Arial"/>
              <a:cs typeface="Arial"/>
              <a:sym typeface="Arial"/>
            </a:endParaRPr>
          </a:p>
        </p:txBody>
      </p:sp>
      <p:grpSp>
        <p:nvGrpSpPr>
          <p:cNvPr id="310" name="Google Shape;310;p51"/>
          <p:cNvGrpSpPr/>
          <p:nvPr/>
        </p:nvGrpSpPr>
        <p:grpSpPr>
          <a:xfrm rot="10800000">
            <a:off x="-12757" y="2522"/>
            <a:ext cx="12217514" cy="6863100"/>
            <a:chOff x="585170" y="-169486"/>
            <a:chExt cx="12217514" cy="6863100"/>
          </a:xfrm>
        </p:grpSpPr>
        <p:sp>
          <p:nvSpPr>
            <p:cNvPr id="311" name="Google Shape;311;p51"/>
            <p:cNvSpPr/>
            <p:nvPr/>
          </p:nvSpPr>
          <p:spPr>
            <a:xfrm>
              <a:off x="585170" y="-169430"/>
              <a:ext cx="12217500" cy="6860400"/>
            </a:xfrm>
            <a:prstGeom prst="rect">
              <a:avLst/>
            </a:prstGeom>
            <a:gradFill>
              <a:gsLst>
                <a:gs pos="0">
                  <a:srgbClr val="FF411C">
                    <a:alpha val="65882"/>
                  </a:srgbClr>
                </a:gs>
                <a:gs pos="99000">
                  <a:srgbClr val="962077"/>
                </a:gs>
                <a:gs pos="100000">
                  <a:srgbClr val="962077"/>
                </a:gs>
              </a:gsLst>
              <a:lin ang="480012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12" name="Google Shape;312;p51"/>
            <p:cNvSpPr/>
            <p:nvPr/>
          </p:nvSpPr>
          <p:spPr>
            <a:xfrm flipH="1" rot="10800000">
              <a:off x="585170" y="-169486"/>
              <a:ext cx="12203100" cy="6863100"/>
            </a:xfrm>
            <a:prstGeom prst="rect">
              <a:avLst/>
            </a:prstGeom>
            <a:gradFill>
              <a:gsLst>
                <a:gs pos="0">
                  <a:srgbClr val="FA0036">
                    <a:alpha val="3921"/>
                  </a:srgbClr>
                </a:gs>
                <a:gs pos="99000">
                  <a:srgbClr val="92248E">
                    <a:alpha val="97647"/>
                  </a:srgbClr>
                </a:gs>
                <a:gs pos="100000">
                  <a:srgbClr val="92248E">
                    <a:alpha val="97647"/>
                  </a:srgbClr>
                </a:gs>
              </a:gsLst>
              <a:lin ang="1679992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13" name="Google Shape;313;p51"/>
            <p:cNvSpPr/>
            <p:nvPr/>
          </p:nvSpPr>
          <p:spPr>
            <a:xfrm flipH="1" rot="5400000">
              <a:off x="5550934" y="-5130135"/>
              <a:ext cx="2286000" cy="12217500"/>
            </a:xfrm>
            <a:prstGeom prst="rect">
              <a:avLst/>
            </a:prstGeom>
            <a:gradFill>
              <a:gsLst>
                <a:gs pos="0">
                  <a:srgbClr val="D861D4">
                    <a:alpha val="0"/>
                  </a:srgbClr>
                </a:gs>
                <a:gs pos="20000">
                  <a:srgbClr val="D861D4">
                    <a:alpha val="0"/>
                  </a:srgbClr>
                </a:gs>
                <a:gs pos="100000">
                  <a:srgbClr val="FF7037">
                    <a:alpha val="65882"/>
                  </a:srgbClr>
                </a:gs>
              </a:gsLst>
              <a:lin ang="720001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14" name="Google Shape;314;p51"/>
            <p:cNvSpPr/>
            <p:nvPr/>
          </p:nvSpPr>
          <p:spPr>
            <a:xfrm rot="-5400000">
              <a:off x="-1313830" y="1732212"/>
              <a:ext cx="6860400" cy="3062400"/>
            </a:xfrm>
            <a:prstGeom prst="rect">
              <a:avLst/>
            </a:prstGeom>
            <a:gradFill>
              <a:gsLst>
                <a:gs pos="0">
                  <a:srgbClr val="FA0036">
                    <a:alpha val="30980"/>
                  </a:srgbClr>
                </a:gs>
                <a:gs pos="43000">
                  <a:srgbClr val="FF907A">
                    <a:alpha val="16078"/>
                  </a:srgbClr>
                </a:gs>
                <a:gs pos="100000">
                  <a:srgbClr val="FF907A">
                    <a:alpha val="16078"/>
                  </a:srgbClr>
                </a:gs>
              </a:gsLst>
              <a:lin ang="239989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grpSp>
      <p:sp>
        <p:nvSpPr>
          <p:cNvPr id="315" name="Google Shape;315;p51"/>
          <p:cNvSpPr/>
          <p:nvPr/>
        </p:nvSpPr>
        <p:spPr>
          <a:xfrm>
            <a:off x="-18286" y="4719145"/>
            <a:ext cx="12221400" cy="2148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16" name="Google Shape;316;p51"/>
          <p:cNvSpPr txBox="1"/>
          <p:nvPr>
            <p:ph type="title"/>
          </p:nvPr>
        </p:nvSpPr>
        <p:spPr>
          <a:xfrm>
            <a:off x="1060704" y="4974336"/>
            <a:ext cx="10433400" cy="14448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2800"/>
              <a:buFont typeface="Avenir"/>
              <a:buNone/>
              <a:defRPr b="0" sz="2800" cap="none">
                <a:solidFill>
                  <a:schemeClr val="dk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7" name="Google Shape;317;p51"/>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51"/>
          <p:cNvSpPr txBox="1"/>
          <p:nvPr>
            <p:ph idx="1" type="body"/>
          </p:nvPr>
        </p:nvSpPr>
        <p:spPr>
          <a:xfrm>
            <a:off x="1060704" y="704088"/>
            <a:ext cx="10662000" cy="3849600"/>
          </a:xfrm>
          <a:prstGeom prst="rect">
            <a:avLst/>
          </a:prstGeom>
          <a:noFill/>
          <a:ln>
            <a:noFill/>
          </a:ln>
        </p:spPr>
        <p:txBody>
          <a:bodyPr anchorCtr="0" anchor="b"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27000"/>
              <a:buNone/>
              <a:defRPr b="1" sz="27000">
                <a:solidFill>
                  <a:schemeClr val="lt1"/>
                </a:solidFill>
                <a:latin typeface="Avenir"/>
                <a:ea typeface="Avenir"/>
                <a:cs typeface="Avenir"/>
                <a:sym typeface="Avenir"/>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19" name="Google Shape;319;p51"/>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0" name="Google Shape;320;p51"/>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1"/>
                </a:solidFill>
                <a:latin typeface="Avenir"/>
                <a:ea typeface="Avenir"/>
                <a:cs typeface="Avenir"/>
                <a:sym typeface="Avenir"/>
              </a:defRPr>
            </a:lvl1pPr>
            <a:lvl2pPr indent="0" lvl="1" marL="0" algn="r">
              <a:spcBef>
                <a:spcPts val="0"/>
              </a:spcBef>
              <a:buNone/>
              <a:defRPr b="0" i="0" sz="800" u="none" cap="none" strike="noStrike">
                <a:solidFill>
                  <a:schemeClr val="dk1"/>
                </a:solidFill>
                <a:latin typeface="Avenir"/>
                <a:ea typeface="Avenir"/>
                <a:cs typeface="Avenir"/>
                <a:sym typeface="Avenir"/>
              </a:defRPr>
            </a:lvl2pPr>
            <a:lvl3pPr indent="0" lvl="2" marL="0" algn="r">
              <a:spcBef>
                <a:spcPts val="0"/>
              </a:spcBef>
              <a:buNone/>
              <a:defRPr b="0" i="0" sz="800" u="none" cap="none" strike="noStrike">
                <a:solidFill>
                  <a:schemeClr val="dk1"/>
                </a:solidFill>
                <a:latin typeface="Avenir"/>
                <a:ea typeface="Avenir"/>
                <a:cs typeface="Avenir"/>
                <a:sym typeface="Avenir"/>
              </a:defRPr>
            </a:lvl3pPr>
            <a:lvl4pPr indent="0" lvl="3" marL="0" algn="r">
              <a:spcBef>
                <a:spcPts val="0"/>
              </a:spcBef>
              <a:buNone/>
              <a:defRPr b="0" i="0" sz="800" u="none" cap="none" strike="noStrike">
                <a:solidFill>
                  <a:schemeClr val="dk1"/>
                </a:solidFill>
                <a:latin typeface="Avenir"/>
                <a:ea typeface="Avenir"/>
                <a:cs typeface="Avenir"/>
                <a:sym typeface="Avenir"/>
              </a:defRPr>
            </a:lvl4pPr>
            <a:lvl5pPr indent="0" lvl="4" marL="0" algn="r">
              <a:spcBef>
                <a:spcPts val="0"/>
              </a:spcBef>
              <a:buNone/>
              <a:defRPr b="0" i="0" sz="800" u="none" cap="none" strike="noStrike">
                <a:solidFill>
                  <a:schemeClr val="dk1"/>
                </a:solidFill>
                <a:latin typeface="Avenir"/>
                <a:ea typeface="Avenir"/>
                <a:cs typeface="Avenir"/>
                <a:sym typeface="Avenir"/>
              </a:defRPr>
            </a:lvl5pPr>
            <a:lvl6pPr indent="0" lvl="5" marL="0" algn="r">
              <a:spcBef>
                <a:spcPts val="0"/>
              </a:spcBef>
              <a:buNone/>
              <a:defRPr b="0" i="0" sz="800" u="none" cap="none" strike="noStrike">
                <a:solidFill>
                  <a:schemeClr val="dk1"/>
                </a:solidFill>
                <a:latin typeface="Avenir"/>
                <a:ea typeface="Avenir"/>
                <a:cs typeface="Avenir"/>
                <a:sym typeface="Avenir"/>
              </a:defRPr>
            </a:lvl6pPr>
            <a:lvl7pPr indent="0" lvl="6" marL="0" algn="r">
              <a:spcBef>
                <a:spcPts val="0"/>
              </a:spcBef>
              <a:buNone/>
              <a:defRPr b="0" i="0" sz="800" u="none" cap="none" strike="noStrike">
                <a:solidFill>
                  <a:schemeClr val="dk1"/>
                </a:solidFill>
                <a:latin typeface="Avenir"/>
                <a:ea typeface="Avenir"/>
                <a:cs typeface="Avenir"/>
                <a:sym typeface="Avenir"/>
              </a:defRPr>
            </a:lvl7pPr>
            <a:lvl8pPr indent="0" lvl="7" marL="0" algn="r">
              <a:spcBef>
                <a:spcPts val="0"/>
              </a:spcBef>
              <a:buNone/>
              <a:defRPr b="0" i="0" sz="800" u="none" cap="none" strike="noStrike">
                <a:solidFill>
                  <a:schemeClr val="dk1"/>
                </a:solidFill>
                <a:latin typeface="Avenir"/>
                <a:ea typeface="Avenir"/>
                <a:cs typeface="Avenir"/>
                <a:sym typeface="Avenir"/>
              </a:defRPr>
            </a:lvl8pPr>
            <a:lvl9pPr indent="0" lvl="8" mar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2" showMasterSp="0">
  <p:cSld name="Number Large 2">
    <p:bg>
      <p:bgPr>
        <a:solidFill>
          <a:schemeClr val="dk1"/>
        </a:solidFill>
      </p:bgPr>
    </p:bg>
    <p:spTree>
      <p:nvGrpSpPr>
        <p:cNvPr id="321" name="Shape 321"/>
        <p:cNvGrpSpPr/>
        <p:nvPr/>
      </p:nvGrpSpPr>
      <p:grpSpPr>
        <a:xfrm>
          <a:off x="0" y="0"/>
          <a:ext cx="0" cy="0"/>
          <a:chOff x="0" y="0"/>
          <a:chExt cx="0" cy="0"/>
        </a:xfrm>
      </p:grpSpPr>
      <p:sp>
        <p:nvSpPr>
          <p:cNvPr id="322" name="Google Shape;322;p52"/>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Arial"/>
              <a:ea typeface="Arial"/>
              <a:cs typeface="Arial"/>
              <a:sym typeface="Arial"/>
            </a:endParaRPr>
          </a:p>
        </p:txBody>
      </p:sp>
      <p:sp>
        <p:nvSpPr>
          <p:cNvPr id="323" name="Google Shape;323;p52"/>
          <p:cNvSpPr/>
          <p:nvPr/>
        </p:nvSpPr>
        <p:spPr>
          <a:xfrm flipH="1">
            <a:off x="18287" y="-2522"/>
            <a:ext cx="12192000" cy="6865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24" name="Google Shape;324;p52"/>
          <p:cNvSpPr/>
          <p:nvPr/>
        </p:nvSpPr>
        <p:spPr>
          <a:xfrm>
            <a:off x="-7227" y="-5045"/>
            <a:ext cx="12217500" cy="6868200"/>
          </a:xfrm>
          <a:prstGeom prst="rect">
            <a:avLst/>
          </a:prstGeom>
          <a:gradFill>
            <a:gsLst>
              <a:gs pos="0">
                <a:srgbClr val="FF411C">
                  <a:alpha val="65882"/>
                </a:srgbClr>
              </a:gs>
              <a:gs pos="99000">
                <a:srgbClr val="962077"/>
              </a:gs>
              <a:gs pos="100000">
                <a:srgbClr val="962077"/>
              </a:gs>
            </a:gsLst>
            <a:lin ang="480012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25" name="Google Shape;325;p52"/>
          <p:cNvSpPr/>
          <p:nvPr/>
        </p:nvSpPr>
        <p:spPr>
          <a:xfrm flipH="1" rot="10800000">
            <a:off x="429475" y="-5101"/>
            <a:ext cx="11787900" cy="6863100"/>
          </a:xfrm>
          <a:prstGeom prst="rect">
            <a:avLst/>
          </a:prstGeom>
          <a:gradFill>
            <a:gsLst>
              <a:gs pos="0">
                <a:srgbClr val="FA0036">
                  <a:alpha val="3921"/>
                </a:srgbClr>
              </a:gs>
              <a:gs pos="99000">
                <a:srgbClr val="92248E">
                  <a:alpha val="97647"/>
                </a:srgbClr>
              </a:gs>
              <a:gs pos="100000">
                <a:srgbClr val="92248E">
                  <a:alpha val="97647"/>
                </a:srgbClr>
              </a:gs>
            </a:gsLst>
            <a:lin ang="1679992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26" name="Google Shape;326;p52"/>
          <p:cNvSpPr/>
          <p:nvPr/>
        </p:nvSpPr>
        <p:spPr>
          <a:xfrm flipH="1" rot="5400000">
            <a:off x="4958536" y="-4965751"/>
            <a:ext cx="2286000" cy="12217500"/>
          </a:xfrm>
          <a:prstGeom prst="rect">
            <a:avLst/>
          </a:prstGeom>
          <a:gradFill>
            <a:gsLst>
              <a:gs pos="0">
                <a:srgbClr val="D861D4">
                  <a:alpha val="0"/>
                </a:srgbClr>
              </a:gs>
              <a:gs pos="20000">
                <a:srgbClr val="D861D4">
                  <a:alpha val="0"/>
                </a:srgbClr>
              </a:gs>
              <a:gs pos="100000">
                <a:srgbClr val="FF7037">
                  <a:alpha val="65882"/>
                </a:srgbClr>
              </a:gs>
            </a:gsLst>
            <a:lin ang="720001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27" name="Google Shape;327;p52"/>
          <p:cNvSpPr/>
          <p:nvPr/>
        </p:nvSpPr>
        <p:spPr>
          <a:xfrm rot="-5400000">
            <a:off x="-900178" y="893074"/>
            <a:ext cx="6860400" cy="5074500"/>
          </a:xfrm>
          <a:prstGeom prst="rect">
            <a:avLst/>
          </a:prstGeom>
          <a:gradFill>
            <a:gsLst>
              <a:gs pos="0">
                <a:srgbClr val="FA0036">
                  <a:alpha val="30980"/>
                </a:srgbClr>
              </a:gs>
              <a:gs pos="43000">
                <a:srgbClr val="FF907A">
                  <a:alpha val="16078"/>
                </a:srgbClr>
              </a:gs>
              <a:gs pos="100000">
                <a:srgbClr val="FF907A">
                  <a:alpha val="16078"/>
                </a:srgbClr>
              </a:gs>
            </a:gsLst>
            <a:lin ang="239989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28" name="Google Shape;328;p52"/>
          <p:cNvSpPr txBox="1"/>
          <p:nvPr>
            <p:ph type="title"/>
          </p:nvPr>
        </p:nvSpPr>
        <p:spPr>
          <a:xfrm>
            <a:off x="2057400" y="4809744"/>
            <a:ext cx="8156400" cy="1545300"/>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0"/>
              </a:spcBef>
              <a:spcAft>
                <a:spcPts val="0"/>
              </a:spcAft>
              <a:buClr>
                <a:schemeClr val="lt1"/>
              </a:buClr>
              <a:buSzPts val="2800"/>
              <a:buFont typeface="Avenir"/>
              <a:buNone/>
              <a:defRPr b="0" sz="2800" cap="none">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9" name="Google Shape;329;p52"/>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0" name="Google Shape;330;p52"/>
          <p:cNvSpPr txBox="1"/>
          <p:nvPr>
            <p:ph idx="1" type="body"/>
          </p:nvPr>
        </p:nvSpPr>
        <p:spPr>
          <a:xfrm>
            <a:off x="822960" y="603504"/>
            <a:ext cx="10542900" cy="4114800"/>
          </a:xfrm>
          <a:prstGeom prst="rect">
            <a:avLst/>
          </a:prstGeom>
          <a:noFill/>
          <a:ln>
            <a:noFill/>
          </a:ln>
        </p:spPr>
        <p:txBody>
          <a:bodyPr anchorCtr="0" anchor="b"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25000"/>
              <a:buNone/>
              <a:defRPr b="1" sz="25000">
                <a:solidFill>
                  <a:schemeClr val="lt1"/>
                </a:solidFill>
                <a:latin typeface="Avenir"/>
                <a:ea typeface="Avenir"/>
                <a:cs typeface="Avenir"/>
                <a:sym typeface="Avenir"/>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1" name="Google Shape;331;p52"/>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2" name="Google Shape;332;p52"/>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3">
  <p:cSld name="Number Large 3">
    <p:spTree>
      <p:nvGrpSpPr>
        <p:cNvPr id="333" name="Shape 333"/>
        <p:cNvGrpSpPr/>
        <p:nvPr/>
      </p:nvGrpSpPr>
      <p:grpSpPr>
        <a:xfrm>
          <a:off x="0" y="0"/>
          <a:ext cx="0" cy="0"/>
          <a:chOff x="0" y="0"/>
          <a:chExt cx="0" cy="0"/>
        </a:xfrm>
      </p:grpSpPr>
      <p:sp>
        <p:nvSpPr>
          <p:cNvPr id="334" name="Google Shape;334;p53"/>
          <p:cNvSpPr txBox="1"/>
          <p:nvPr>
            <p:ph type="title"/>
          </p:nvPr>
        </p:nvSpPr>
        <p:spPr>
          <a:xfrm>
            <a:off x="731520" y="4809744"/>
            <a:ext cx="5898000" cy="1353300"/>
          </a:xfrm>
          <a:prstGeom prst="rect">
            <a:avLst/>
          </a:prstGeom>
          <a:noFill/>
          <a:ln>
            <a:noFill/>
          </a:ln>
        </p:spPr>
        <p:txBody>
          <a:bodyPr anchorCtr="0" anchor="t" bIns="45700" lIns="91425" spcFirstLastPara="1" rIns="91425" wrap="square" tIns="45700">
            <a:normAutofit/>
          </a:bodyPr>
          <a:lstStyle>
            <a:lvl1pPr lvl="0" algn="l">
              <a:lnSpc>
                <a:spcPct val="120000"/>
              </a:lnSpc>
              <a:spcBef>
                <a:spcPts val="0"/>
              </a:spcBef>
              <a:spcAft>
                <a:spcPts val="0"/>
              </a:spcAft>
              <a:buClr>
                <a:schemeClr val="dk1"/>
              </a:buClr>
              <a:buSzPts val="2800"/>
              <a:buFont typeface="Avenir"/>
              <a:buNone/>
              <a:defRPr b="0" sz="280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5" name="Google Shape;335;p53"/>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53"/>
          <p:cNvSpPr txBox="1"/>
          <p:nvPr>
            <p:ph idx="1" type="body"/>
          </p:nvPr>
        </p:nvSpPr>
        <p:spPr>
          <a:xfrm>
            <a:off x="731520" y="603504"/>
            <a:ext cx="10863000" cy="4206300"/>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7800"/>
              <a:buNone/>
              <a:defRPr b="1" sz="27800">
                <a:latin typeface="Avenir"/>
                <a:ea typeface="Avenir"/>
                <a:cs typeface="Avenir"/>
                <a:sym typeface="Aveni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7" name="Google Shape;337;p53"/>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8" name="Google Shape;338;p53"/>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p:cSld name="Statement">
    <p:spTree>
      <p:nvGrpSpPr>
        <p:cNvPr id="339" name="Shape 339"/>
        <p:cNvGrpSpPr/>
        <p:nvPr/>
      </p:nvGrpSpPr>
      <p:grpSpPr>
        <a:xfrm>
          <a:off x="0" y="0"/>
          <a:ext cx="0" cy="0"/>
          <a:chOff x="0" y="0"/>
          <a:chExt cx="0" cy="0"/>
        </a:xfrm>
      </p:grpSpPr>
      <p:sp>
        <p:nvSpPr>
          <p:cNvPr id="340" name="Google Shape;340;p54"/>
          <p:cNvSpPr/>
          <p:nvPr/>
        </p:nvSpPr>
        <p:spPr>
          <a:xfrm flipH="1">
            <a:off x="-145" y="0"/>
            <a:ext cx="3076500" cy="6858000"/>
          </a:xfrm>
          <a:prstGeom prst="rect">
            <a:avLst/>
          </a:prstGeom>
          <a:gradFill>
            <a:gsLst>
              <a:gs pos="0">
                <a:srgbClr val="FF907A"/>
              </a:gs>
              <a:gs pos="100000">
                <a:srgbClr val="DA002F">
                  <a:alpha val="85882"/>
                </a:srgbClr>
              </a:gs>
            </a:gsLst>
            <a:lin ang="59999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41" name="Google Shape;341;p54"/>
          <p:cNvSpPr/>
          <p:nvPr/>
        </p:nvSpPr>
        <p:spPr>
          <a:xfrm flipH="1">
            <a:off x="-151" y="-1"/>
            <a:ext cx="3076500" cy="4572000"/>
          </a:xfrm>
          <a:prstGeom prst="rect">
            <a:avLst/>
          </a:prstGeom>
          <a:gradFill>
            <a:gsLst>
              <a:gs pos="0">
                <a:srgbClr val="FE4A00">
                  <a:alpha val="0"/>
                </a:srgbClr>
              </a:gs>
              <a:gs pos="26000">
                <a:srgbClr val="FE4A00">
                  <a:alpha val="0"/>
                </a:srgbClr>
              </a:gs>
              <a:gs pos="100000">
                <a:srgbClr val="DA002F">
                  <a:alpha val="65098"/>
                </a:srgbClr>
              </a:gs>
            </a:gsLst>
            <a:lin ang="840013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42" name="Google Shape;342;p54"/>
          <p:cNvSpPr/>
          <p:nvPr/>
        </p:nvSpPr>
        <p:spPr>
          <a:xfrm flipH="1" rot="5400000">
            <a:off x="-1890907" y="1890750"/>
            <a:ext cx="6858000" cy="3076500"/>
          </a:xfrm>
          <a:prstGeom prst="rect">
            <a:avLst/>
          </a:prstGeom>
          <a:gradFill>
            <a:gsLst>
              <a:gs pos="0">
                <a:srgbClr val="9B3597"/>
              </a:gs>
              <a:gs pos="2000">
                <a:srgbClr val="9B3597"/>
              </a:gs>
              <a:gs pos="60000">
                <a:srgbClr val="D861D4">
                  <a:alpha val="0"/>
                </a:srgbClr>
              </a:gs>
              <a:gs pos="100000">
                <a:srgbClr val="D861D4">
                  <a:alpha val="0"/>
                </a:srgbClr>
              </a:gs>
            </a:gsLst>
            <a:lin ang="1800004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43" name="Google Shape;343;p54"/>
          <p:cNvSpPr/>
          <p:nvPr/>
        </p:nvSpPr>
        <p:spPr>
          <a:xfrm rot="10800000">
            <a:off x="-25" y="875999"/>
            <a:ext cx="2609262" cy="4648800"/>
          </a:xfrm>
          <a:custGeom>
            <a:rect b="b" l="l" r="r" t="t"/>
            <a:pathLst>
              <a:path extrusionOk="0" h="4648800" w="2609262">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0">
                <a:srgbClr val="FF907A">
                  <a:alpha val="0"/>
                </a:srgbClr>
              </a:gs>
              <a:gs pos="31000">
                <a:srgbClr val="FF907A">
                  <a:alpha val="0"/>
                </a:srgbClr>
              </a:gs>
              <a:gs pos="85000">
                <a:srgbClr val="FFBCAF">
                  <a:alpha val="12156"/>
                </a:srgbClr>
              </a:gs>
              <a:gs pos="100000">
                <a:srgbClr val="FFBCAF">
                  <a:alpha val="12156"/>
                </a:srgbClr>
              </a:gs>
            </a:gsLst>
            <a:lin ang="113999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44" name="Google Shape;344;p54"/>
          <p:cNvSpPr txBox="1"/>
          <p:nvPr>
            <p:ph type="title"/>
          </p:nvPr>
        </p:nvSpPr>
        <p:spPr>
          <a:xfrm>
            <a:off x="612648" y="-1133856"/>
            <a:ext cx="10652700" cy="914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5" name="Google Shape;345;p54"/>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6" name="Google Shape;346;p54"/>
          <p:cNvSpPr txBox="1"/>
          <p:nvPr>
            <p:ph idx="1" type="body"/>
          </p:nvPr>
        </p:nvSpPr>
        <p:spPr>
          <a:xfrm>
            <a:off x="3897458" y="731520"/>
            <a:ext cx="6794100" cy="55596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4800"/>
              <a:buNone/>
              <a:defRPr b="1" sz="4800">
                <a:latin typeface="Avenir"/>
                <a:ea typeface="Avenir"/>
                <a:cs typeface="Avenir"/>
                <a:sym typeface="Avenir"/>
              </a:defRPr>
            </a:lvl1pPr>
            <a:lvl2pPr indent="-228600" lvl="1" marL="914400" algn="l">
              <a:lnSpc>
                <a:spcPct val="100000"/>
              </a:lnSpc>
              <a:spcBef>
                <a:spcPts val="500"/>
              </a:spcBef>
              <a:spcAft>
                <a:spcPts val="0"/>
              </a:spcAft>
              <a:buClr>
                <a:schemeClr val="dk1"/>
              </a:buClr>
              <a:buSzPts val="4400"/>
              <a:buNone/>
              <a:defRPr b="1" sz="4400">
                <a:latin typeface="Avenir"/>
                <a:ea typeface="Avenir"/>
                <a:cs typeface="Avenir"/>
                <a:sym typeface="Avenir"/>
              </a:defRPr>
            </a:lvl2pPr>
            <a:lvl3pPr indent="-228600" lvl="2" marL="1371600" algn="l">
              <a:lnSpc>
                <a:spcPct val="100000"/>
              </a:lnSpc>
              <a:spcBef>
                <a:spcPts val="500"/>
              </a:spcBef>
              <a:spcAft>
                <a:spcPts val="0"/>
              </a:spcAft>
              <a:buClr>
                <a:schemeClr val="dk1"/>
              </a:buClr>
              <a:buSzPts val="4000"/>
              <a:buNone/>
              <a:defRPr b="1" sz="4000">
                <a:latin typeface="Avenir"/>
                <a:ea typeface="Avenir"/>
                <a:cs typeface="Avenir"/>
                <a:sym typeface="Avenir"/>
              </a:defRPr>
            </a:lvl3pPr>
            <a:lvl4pPr indent="-228600" lvl="3" marL="1828800" algn="l">
              <a:lnSpc>
                <a:spcPct val="100000"/>
              </a:lnSpc>
              <a:spcBef>
                <a:spcPts val="500"/>
              </a:spcBef>
              <a:spcAft>
                <a:spcPts val="0"/>
              </a:spcAft>
              <a:buClr>
                <a:schemeClr val="dk1"/>
              </a:buClr>
              <a:buSzPts val="3600"/>
              <a:buNone/>
              <a:defRPr b="1" sz="3600">
                <a:latin typeface="Avenir"/>
                <a:ea typeface="Avenir"/>
                <a:cs typeface="Avenir"/>
                <a:sym typeface="Avenir"/>
              </a:defRPr>
            </a:lvl4pPr>
            <a:lvl5pPr indent="-228600" lvl="4" marL="2286000" algn="l">
              <a:lnSpc>
                <a:spcPct val="100000"/>
              </a:lnSpc>
              <a:spcBef>
                <a:spcPts val="500"/>
              </a:spcBef>
              <a:spcAft>
                <a:spcPts val="0"/>
              </a:spcAft>
              <a:buClr>
                <a:schemeClr val="dk1"/>
              </a:buClr>
              <a:buSzPts val="3200"/>
              <a:buNone/>
              <a:defRPr b="1" sz="3200">
                <a:latin typeface="Avenir"/>
                <a:ea typeface="Avenir"/>
                <a:cs typeface="Avenir"/>
                <a:sym typeface="Aveni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7" name="Google Shape;347;p54"/>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8" name="Google Shape;348;p54"/>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1"/>
                </a:solidFill>
                <a:latin typeface="Avenir"/>
                <a:ea typeface="Avenir"/>
                <a:cs typeface="Avenir"/>
                <a:sym typeface="Avenir"/>
              </a:defRPr>
            </a:lvl1pPr>
            <a:lvl2pPr indent="0" lvl="1" marL="0" algn="r">
              <a:spcBef>
                <a:spcPts val="0"/>
              </a:spcBef>
              <a:buNone/>
              <a:defRPr b="0" i="0" sz="800" u="none" cap="none" strike="noStrike">
                <a:solidFill>
                  <a:schemeClr val="dk1"/>
                </a:solidFill>
                <a:latin typeface="Avenir"/>
                <a:ea typeface="Avenir"/>
                <a:cs typeface="Avenir"/>
                <a:sym typeface="Avenir"/>
              </a:defRPr>
            </a:lvl2pPr>
            <a:lvl3pPr indent="0" lvl="2" marL="0" algn="r">
              <a:spcBef>
                <a:spcPts val="0"/>
              </a:spcBef>
              <a:buNone/>
              <a:defRPr b="0" i="0" sz="800" u="none" cap="none" strike="noStrike">
                <a:solidFill>
                  <a:schemeClr val="dk1"/>
                </a:solidFill>
                <a:latin typeface="Avenir"/>
                <a:ea typeface="Avenir"/>
                <a:cs typeface="Avenir"/>
                <a:sym typeface="Avenir"/>
              </a:defRPr>
            </a:lvl3pPr>
            <a:lvl4pPr indent="0" lvl="3" marL="0" algn="r">
              <a:spcBef>
                <a:spcPts val="0"/>
              </a:spcBef>
              <a:buNone/>
              <a:defRPr b="0" i="0" sz="800" u="none" cap="none" strike="noStrike">
                <a:solidFill>
                  <a:schemeClr val="dk1"/>
                </a:solidFill>
                <a:latin typeface="Avenir"/>
                <a:ea typeface="Avenir"/>
                <a:cs typeface="Avenir"/>
                <a:sym typeface="Avenir"/>
              </a:defRPr>
            </a:lvl4pPr>
            <a:lvl5pPr indent="0" lvl="4" marL="0" algn="r">
              <a:spcBef>
                <a:spcPts val="0"/>
              </a:spcBef>
              <a:buNone/>
              <a:defRPr b="0" i="0" sz="800" u="none" cap="none" strike="noStrike">
                <a:solidFill>
                  <a:schemeClr val="dk1"/>
                </a:solidFill>
                <a:latin typeface="Avenir"/>
                <a:ea typeface="Avenir"/>
                <a:cs typeface="Avenir"/>
                <a:sym typeface="Avenir"/>
              </a:defRPr>
            </a:lvl5pPr>
            <a:lvl6pPr indent="0" lvl="5" marL="0" algn="r">
              <a:spcBef>
                <a:spcPts val="0"/>
              </a:spcBef>
              <a:buNone/>
              <a:defRPr b="0" i="0" sz="800" u="none" cap="none" strike="noStrike">
                <a:solidFill>
                  <a:schemeClr val="dk1"/>
                </a:solidFill>
                <a:latin typeface="Avenir"/>
                <a:ea typeface="Avenir"/>
                <a:cs typeface="Avenir"/>
                <a:sym typeface="Avenir"/>
              </a:defRPr>
            </a:lvl6pPr>
            <a:lvl7pPr indent="0" lvl="6" marL="0" algn="r">
              <a:spcBef>
                <a:spcPts val="0"/>
              </a:spcBef>
              <a:buNone/>
              <a:defRPr b="0" i="0" sz="800" u="none" cap="none" strike="noStrike">
                <a:solidFill>
                  <a:schemeClr val="dk1"/>
                </a:solidFill>
                <a:latin typeface="Avenir"/>
                <a:ea typeface="Avenir"/>
                <a:cs typeface="Avenir"/>
                <a:sym typeface="Avenir"/>
              </a:defRPr>
            </a:lvl7pPr>
            <a:lvl8pPr indent="0" lvl="7" marL="0" algn="r">
              <a:spcBef>
                <a:spcPts val="0"/>
              </a:spcBef>
              <a:buNone/>
              <a:defRPr b="0" i="0" sz="800" u="none" cap="none" strike="noStrike">
                <a:solidFill>
                  <a:schemeClr val="dk1"/>
                </a:solidFill>
                <a:latin typeface="Avenir"/>
                <a:ea typeface="Avenir"/>
                <a:cs typeface="Avenir"/>
                <a:sym typeface="Avenir"/>
              </a:defRPr>
            </a:lvl8pPr>
            <a:lvl9pPr indent="0" lvl="8" mar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Statement 2">
    <p:spTree>
      <p:nvGrpSpPr>
        <p:cNvPr id="349" name="Shape 349"/>
        <p:cNvGrpSpPr/>
        <p:nvPr/>
      </p:nvGrpSpPr>
      <p:grpSpPr>
        <a:xfrm>
          <a:off x="0" y="0"/>
          <a:ext cx="0" cy="0"/>
          <a:chOff x="0" y="0"/>
          <a:chExt cx="0" cy="0"/>
        </a:xfrm>
      </p:grpSpPr>
      <p:sp>
        <p:nvSpPr>
          <p:cNvPr id="350" name="Google Shape;350;p55"/>
          <p:cNvSpPr txBox="1"/>
          <p:nvPr>
            <p:ph type="title"/>
          </p:nvPr>
        </p:nvSpPr>
        <p:spPr>
          <a:xfrm>
            <a:off x="612648" y="-1133856"/>
            <a:ext cx="10652700" cy="914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1" name="Google Shape;351;p55"/>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2" name="Google Shape;352;p55"/>
          <p:cNvSpPr txBox="1"/>
          <p:nvPr>
            <p:ph idx="1" type="body"/>
          </p:nvPr>
        </p:nvSpPr>
        <p:spPr>
          <a:xfrm>
            <a:off x="731520" y="978408"/>
            <a:ext cx="10177200" cy="4837200"/>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4800"/>
              <a:buNone/>
              <a:defRPr b="1" sz="4800" cap="none">
                <a:latin typeface="Avenir"/>
                <a:ea typeface="Avenir"/>
                <a:cs typeface="Avenir"/>
                <a:sym typeface="Avenir"/>
              </a:defRPr>
            </a:lvl1pPr>
            <a:lvl2pPr indent="-228600" lvl="1" marL="914400" algn="l">
              <a:lnSpc>
                <a:spcPct val="110000"/>
              </a:lnSpc>
              <a:spcBef>
                <a:spcPts val="500"/>
              </a:spcBef>
              <a:spcAft>
                <a:spcPts val="0"/>
              </a:spcAft>
              <a:buClr>
                <a:schemeClr val="dk1"/>
              </a:buClr>
              <a:buSzPts val="4000"/>
              <a:buNone/>
              <a:defRPr b="1" sz="4000" cap="none">
                <a:latin typeface="Avenir"/>
                <a:ea typeface="Avenir"/>
                <a:cs typeface="Avenir"/>
                <a:sym typeface="Avenir"/>
              </a:defRPr>
            </a:lvl2pPr>
            <a:lvl3pPr indent="-228600" lvl="2" marL="1371600" algn="l">
              <a:lnSpc>
                <a:spcPct val="110000"/>
              </a:lnSpc>
              <a:spcBef>
                <a:spcPts val="500"/>
              </a:spcBef>
              <a:spcAft>
                <a:spcPts val="0"/>
              </a:spcAft>
              <a:buClr>
                <a:schemeClr val="dk1"/>
              </a:buClr>
              <a:buSzPts val="3600"/>
              <a:buNone/>
              <a:defRPr b="1" sz="3600" cap="none">
                <a:latin typeface="Avenir"/>
                <a:ea typeface="Avenir"/>
                <a:cs typeface="Avenir"/>
                <a:sym typeface="Avenir"/>
              </a:defRPr>
            </a:lvl3pPr>
            <a:lvl4pPr indent="-228600" lvl="3" marL="1828800" algn="l">
              <a:lnSpc>
                <a:spcPct val="110000"/>
              </a:lnSpc>
              <a:spcBef>
                <a:spcPts val="500"/>
              </a:spcBef>
              <a:spcAft>
                <a:spcPts val="0"/>
              </a:spcAft>
              <a:buClr>
                <a:schemeClr val="dk1"/>
              </a:buClr>
              <a:buSzPts val="3200"/>
              <a:buNone/>
              <a:defRPr b="1" sz="3200" cap="none">
                <a:latin typeface="Avenir"/>
                <a:ea typeface="Avenir"/>
                <a:cs typeface="Avenir"/>
                <a:sym typeface="Avenir"/>
              </a:defRPr>
            </a:lvl4pPr>
            <a:lvl5pPr indent="-228600" lvl="4" marL="2286000" algn="l">
              <a:lnSpc>
                <a:spcPct val="110000"/>
              </a:lnSpc>
              <a:spcBef>
                <a:spcPts val="500"/>
              </a:spcBef>
              <a:spcAft>
                <a:spcPts val="0"/>
              </a:spcAft>
              <a:buClr>
                <a:schemeClr val="dk1"/>
              </a:buClr>
              <a:buSzPts val="2800"/>
              <a:buNone/>
              <a:defRPr b="1" sz="2800" cap="none">
                <a:latin typeface="Avenir"/>
                <a:ea typeface="Avenir"/>
                <a:cs typeface="Avenir"/>
                <a:sym typeface="Aveni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3" name="Google Shape;353;p55"/>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4" name="Google Shape;354;p55"/>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showMasterSp="0">
  <p:cSld name="Statement 3">
    <p:spTree>
      <p:nvGrpSpPr>
        <p:cNvPr id="355" name="Shape 355"/>
        <p:cNvGrpSpPr/>
        <p:nvPr/>
      </p:nvGrpSpPr>
      <p:grpSpPr>
        <a:xfrm>
          <a:off x="0" y="0"/>
          <a:ext cx="0" cy="0"/>
          <a:chOff x="0" y="0"/>
          <a:chExt cx="0" cy="0"/>
        </a:xfrm>
      </p:grpSpPr>
      <p:sp>
        <p:nvSpPr>
          <p:cNvPr id="356" name="Google Shape;356;p5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Arial"/>
              <a:ea typeface="Arial"/>
              <a:cs typeface="Arial"/>
              <a:sym typeface="Arial"/>
            </a:endParaRPr>
          </a:p>
        </p:txBody>
      </p:sp>
      <p:grpSp>
        <p:nvGrpSpPr>
          <p:cNvPr id="357" name="Google Shape;357;p56"/>
          <p:cNvGrpSpPr/>
          <p:nvPr/>
        </p:nvGrpSpPr>
        <p:grpSpPr>
          <a:xfrm rot="10800000">
            <a:off x="-12757" y="2522"/>
            <a:ext cx="12217514" cy="6863100"/>
            <a:chOff x="585170" y="-169486"/>
            <a:chExt cx="12217514" cy="6863100"/>
          </a:xfrm>
        </p:grpSpPr>
        <p:sp>
          <p:nvSpPr>
            <p:cNvPr id="358" name="Google Shape;358;p56"/>
            <p:cNvSpPr/>
            <p:nvPr/>
          </p:nvSpPr>
          <p:spPr>
            <a:xfrm>
              <a:off x="585170" y="-169430"/>
              <a:ext cx="12217500" cy="6860400"/>
            </a:xfrm>
            <a:prstGeom prst="rect">
              <a:avLst/>
            </a:prstGeom>
            <a:gradFill>
              <a:gsLst>
                <a:gs pos="0">
                  <a:srgbClr val="FF411C">
                    <a:alpha val="65882"/>
                  </a:srgbClr>
                </a:gs>
                <a:gs pos="99000">
                  <a:srgbClr val="962077"/>
                </a:gs>
                <a:gs pos="100000">
                  <a:srgbClr val="962077"/>
                </a:gs>
              </a:gsLst>
              <a:lin ang="480012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59" name="Google Shape;359;p56"/>
            <p:cNvSpPr/>
            <p:nvPr/>
          </p:nvSpPr>
          <p:spPr>
            <a:xfrm flipH="1" rot="10800000">
              <a:off x="585170" y="-169486"/>
              <a:ext cx="12203100" cy="6863100"/>
            </a:xfrm>
            <a:prstGeom prst="rect">
              <a:avLst/>
            </a:prstGeom>
            <a:gradFill>
              <a:gsLst>
                <a:gs pos="0">
                  <a:srgbClr val="FA0036">
                    <a:alpha val="3921"/>
                  </a:srgbClr>
                </a:gs>
                <a:gs pos="99000">
                  <a:srgbClr val="92248E">
                    <a:alpha val="97647"/>
                  </a:srgbClr>
                </a:gs>
                <a:gs pos="100000">
                  <a:srgbClr val="92248E">
                    <a:alpha val="97647"/>
                  </a:srgbClr>
                </a:gs>
              </a:gsLst>
              <a:lin ang="1679992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60" name="Google Shape;360;p56"/>
            <p:cNvSpPr/>
            <p:nvPr/>
          </p:nvSpPr>
          <p:spPr>
            <a:xfrm flipH="1" rot="5400000">
              <a:off x="5550934" y="-5130135"/>
              <a:ext cx="2286000" cy="12217500"/>
            </a:xfrm>
            <a:prstGeom prst="rect">
              <a:avLst/>
            </a:prstGeom>
            <a:gradFill>
              <a:gsLst>
                <a:gs pos="0">
                  <a:srgbClr val="D861D4">
                    <a:alpha val="0"/>
                  </a:srgbClr>
                </a:gs>
                <a:gs pos="20000">
                  <a:srgbClr val="D861D4">
                    <a:alpha val="0"/>
                  </a:srgbClr>
                </a:gs>
                <a:gs pos="100000">
                  <a:srgbClr val="FF7037">
                    <a:alpha val="65882"/>
                  </a:srgbClr>
                </a:gs>
              </a:gsLst>
              <a:lin ang="720001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61" name="Google Shape;361;p56"/>
            <p:cNvSpPr/>
            <p:nvPr/>
          </p:nvSpPr>
          <p:spPr>
            <a:xfrm rot="-5400000">
              <a:off x="-1313830" y="1732212"/>
              <a:ext cx="6860400" cy="3062400"/>
            </a:xfrm>
            <a:prstGeom prst="rect">
              <a:avLst/>
            </a:prstGeom>
            <a:gradFill>
              <a:gsLst>
                <a:gs pos="0">
                  <a:srgbClr val="FA0036">
                    <a:alpha val="30980"/>
                  </a:srgbClr>
                </a:gs>
                <a:gs pos="43000">
                  <a:srgbClr val="FF907A">
                    <a:alpha val="16078"/>
                  </a:srgbClr>
                </a:gs>
                <a:gs pos="100000">
                  <a:srgbClr val="FF907A">
                    <a:alpha val="16078"/>
                  </a:srgbClr>
                </a:gs>
              </a:gsLst>
              <a:lin ang="239989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grpSp>
      <p:sp>
        <p:nvSpPr>
          <p:cNvPr id="362" name="Google Shape;362;p56"/>
          <p:cNvSpPr/>
          <p:nvPr/>
        </p:nvSpPr>
        <p:spPr>
          <a:xfrm rot="-9090908">
            <a:off x="5460949" y="1871133"/>
            <a:ext cx="4996147" cy="4444469"/>
          </a:xfrm>
          <a:custGeom>
            <a:rect b="b" l="l" r="r" t="t"/>
            <a:pathLst>
              <a:path extrusionOk="0" h="4439131" w="4990147">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FF907A">
                  <a:alpha val="0"/>
                </a:srgbClr>
              </a:gs>
              <a:gs pos="41000">
                <a:srgbClr val="FF907A">
                  <a:alpha val="0"/>
                </a:srgbClr>
              </a:gs>
              <a:gs pos="100000">
                <a:srgbClr val="FFBCAF">
                  <a:alpha val="32941"/>
                </a:srgbClr>
              </a:gs>
            </a:gsLst>
            <a:lin ang="1260002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63" name="Google Shape;363;p56"/>
          <p:cNvSpPr/>
          <p:nvPr/>
        </p:nvSpPr>
        <p:spPr>
          <a:xfrm flipH="1" rot="10800000">
            <a:off x="-18286" y="-5010"/>
            <a:ext cx="12221400" cy="5094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64" name="Google Shape;364;p56"/>
          <p:cNvSpPr txBox="1"/>
          <p:nvPr>
            <p:ph type="title"/>
          </p:nvPr>
        </p:nvSpPr>
        <p:spPr>
          <a:xfrm>
            <a:off x="612648" y="-1133856"/>
            <a:ext cx="10652700" cy="914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56"/>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6" name="Google Shape;366;p56"/>
          <p:cNvSpPr txBox="1"/>
          <p:nvPr>
            <p:ph idx="1" type="body"/>
          </p:nvPr>
        </p:nvSpPr>
        <p:spPr>
          <a:xfrm>
            <a:off x="731519" y="731520"/>
            <a:ext cx="9181200" cy="38064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4600"/>
              <a:buNone/>
              <a:defRPr b="1" sz="4600" cap="none">
                <a:latin typeface="Avenir"/>
                <a:ea typeface="Avenir"/>
                <a:cs typeface="Avenir"/>
                <a:sym typeface="Avenir"/>
              </a:defRPr>
            </a:lvl1pPr>
            <a:lvl2pPr indent="-228600" lvl="1" marL="914400" algn="l">
              <a:lnSpc>
                <a:spcPct val="110000"/>
              </a:lnSpc>
              <a:spcBef>
                <a:spcPts val="500"/>
              </a:spcBef>
              <a:spcAft>
                <a:spcPts val="0"/>
              </a:spcAft>
              <a:buClr>
                <a:schemeClr val="dk1"/>
              </a:buClr>
              <a:buSzPts val="3600"/>
              <a:buNone/>
              <a:defRPr b="1" sz="3600" cap="none">
                <a:latin typeface="Avenir"/>
                <a:ea typeface="Avenir"/>
                <a:cs typeface="Avenir"/>
                <a:sym typeface="Avenir"/>
              </a:defRPr>
            </a:lvl2pPr>
            <a:lvl3pPr indent="-228600" lvl="2" marL="1371600" algn="l">
              <a:lnSpc>
                <a:spcPct val="110000"/>
              </a:lnSpc>
              <a:spcBef>
                <a:spcPts val="500"/>
              </a:spcBef>
              <a:spcAft>
                <a:spcPts val="0"/>
              </a:spcAft>
              <a:buClr>
                <a:schemeClr val="dk1"/>
              </a:buClr>
              <a:buSzPts val="3200"/>
              <a:buNone/>
              <a:defRPr b="1" sz="3200" cap="none">
                <a:latin typeface="Avenir"/>
                <a:ea typeface="Avenir"/>
                <a:cs typeface="Avenir"/>
                <a:sym typeface="Avenir"/>
              </a:defRPr>
            </a:lvl3pPr>
            <a:lvl4pPr indent="-228600" lvl="3" marL="1828800" algn="l">
              <a:lnSpc>
                <a:spcPct val="110000"/>
              </a:lnSpc>
              <a:spcBef>
                <a:spcPts val="500"/>
              </a:spcBef>
              <a:spcAft>
                <a:spcPts val="0"/>
              </a:spcAft>
              <a:buClr>
                <a:schemeClr val="dk1"/>
              </a:buClr>
              <a:buSzPts val="2800"/>
              <a:buNone/>
              <a:defRPr b="1" sz="2800" cap="none">
                <a:latin typeface="Avenir"/>
                <a:ea typeface="Avenir"/>
                <a:cs typeface="Avenir"/>
                <a:sym typeface="Avenir"/>
              </a:defRPr>
            </a:lvl4pPr>
            <a:lvl5pPr indent="-228600" lvl="4" marL="2286000" algn="l">
              <a:lnSpc>
                <a:spcPct val="110000"/>
              </a:lnSpc>
              <a:spcBef>
                <a:spcPts val="500"/>
              </a:spcBef>
              <a:spcAft>
                <a:spcPts val="0"/>
              </a:spcAft>
              <a:buClr>
                <a:schemeClr val="dk1"/>
              </a:buClr>
              <a:buSzPts val="2400"/>
              <a:buNone/>
              <a:defRPr b="1" sz="2400" cap="none">
                <a:latin typeface="Avenir"/>
                <a:ea typeface="Avenir"/>
                <a:cs typeface="Avenir"/>
                <a:sym typeface="Aveni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7" name="Google Shape;367;p56"/>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8" name="Google Shape;368;p56"/>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spTree>
      <p:nvGrpSpPr>
        <p:cNvPr id="369" name="Shape 369"/>
        <p:cNvGrpSpPr/>
        <p:nvPr/>
      </p:nvGrpSpPr>
      <p:grpSpPr>
        <a:xfrm>
          <a:off x="0" y="0"/>
          <a:ext cx="0" cy="0"/>
          <a:chOff x="0" y="0"/>
          <a:chExt cx="0" cy="0"/>
        </a:xfrm>
      </p:grpSpPr>
      <p:sp>
        <p:nvSpPr>
          <p:cNvPr id="370" name="Google Shape;370;p57"/>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71" name="Google Shape;371;p57"/>
          <p:cNvSpPr/>
          <p:nvPr/>
        </p:nvSpPr>
        <p:spPr>
          <a:xfrm>
            <a:off x="1009651" y="1028701"/>
            <a:ext cx="10172700" cy="4800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72" name="Google Shape;372;p57"/>
          <p:cNvSpPr/>
          <p:nvPr/>
        </p:nvSpPr>
        <p:spPr>
          <a:xfrm flipH="1" rot="10800000">
            <a:off x="1009651" y="4853398"/>
            <a:ext cx="10172700" cy="975900"/>
          </a:xfrm>
          <a:prstGeom prst="rect">
            <a:avLst/>
          </a:prstGeom>
          <a:gradFill>
            <a:gsLst>
              <a:gs pos="0">
                <a:srgbClr val="FE4A00">
                  <a:alpha val="66666"/>
                </a:srgbClr>
              </a:gs>
              <a:gs pos="100000">
                <a:srgbClr val="9C2C97"/>
              </a:gs>
            </a:gsLst>
            <a:lin ang="1859992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73" name="Google Shape;373;p57"/>
          <p:cNvSpPr/>
          <p:nvPr/>
        </p:nvSpPr>
        <p:spPr>
          <a:xfrm flipH="1">
            <a:off x="1009500" y="4853256"/>
            <a:ext cx="7105800" cy="975900"/>
          </a:xfrm>
          <a:prstGeom prst="rect">
            <a:avLst/>
          </a:prstGeom>
          <a:gradFill>
            <a:gsLst>
              <a:gs pos="0">
                <a:srgbClr val="FF6753">
                  <a:alpha val="0"/>
                </a:srgbClr>
              </a:gs>
              <a:gs pos="99000">
                <a:srgbClr val="D6002E">
                  <a:alpha val="43921"/>
                </a:srgbClr>
              </a:gs>
              <a:gs pos="100000">
                <a:srgbClr val="D6002E">
                  <a:alpha val="43921"/>
                </a:srgbClr>
              </a:gs>
            </a:gsLst>
            <a:lin ang="59999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74" name="Google Shape;374;p57"/>
          <p:cNvSpPr txBox="1"/>
          <p:nvPr>
            <p:ph type="title"/>
          </p:nvPr>
        </p:nvSpPr>
        <p:spPr>
          <a:xfrm>
            <a:off x="1499616" y="5020056"/>
            <a:ext cx="9198900" cy="6492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lt1"/>
              </a:buClr>
              <a:buSzPts val="1600"/>
              <a:buFont typeface="Avenir"/>
              <a:buNone/>
              <a:defRPr b="1" sz="1600" cap="none">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5" name="Google Shape;375;p57"/>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6" name="Google Shape;376;p57"/>
          <p:cNvSpPr txBox="1"/>
          <p:nvPr>
            <p:ph idx="1" type="body"/>
          </p:nvPr>
        </p:nvSpPr>
        <p:spPr>
          <a:xfrm>
            <a:off x="2020824" y="1737360"/>
            <a:ext cx="8156400" cy="2569500"/>
          </a:xfrm>
          <a:prstGeom prst="rect">
            <a:avLst/>
          </a:prstGeom>
          <a:noFill/>
          <a:ln>
            <a:noFill/>
          </a:ln>
        </p:spPr>
        <p:txBody>
          <a:bodyPr anchorCtr="0" anchor="ctr" bIns="45700" lIns="91425" spcFirstLastPara="1" rIns="91425" wrap="square" tIns="45700">
            <a:normAutofit/>
          </a:bodyPr>
          <a:lstStyle>
            <a:lvl1pPr indent="-228600" lvl="0" marL="457200" algn="ctr">
              <a:lnSpc>
                <a:spcPct val="110000"/>
              </a:lnSpc>
              <a:spcBef>
                <a:spcPts val="1000"/>
              </a:spcBef>
              <a:spcAft>
                <a:spcPts val="0"/>
              </a:spcAft>
              <a:buClr>
                <a:schemeClr val="dk1"/>
              </a:buClr>
              <a:buSzPts val="3500"/>
              <a:buNone/>
              <a:defRPr sz="3500">
                <a:latin typeface="Avenir"/>
                <a:ea typeface="Avenir"/>
                <a:cs typeface="Avenir"/>
                <a:sym typeface="Avenir"/>
              </a:defRPr>
            </a:lvl1pPr>
            <a:lvl2pPr indent="-228600" lvl="1" marL="914400" algn="ctr">
              <a:lnSpc>
                <a:spcPct val="120000"/>
              </a:lnSpc>
              <a:spcBef>
                <a:spcPts val="500"/>
              </a:spcBef>
              <a:spcAft>
                <a:spcPts val="0"/>
              </a:spcAft>
              <a:buClr>
                <a:schemeClr val="dk1"/>
              </a:buClr>
              <a:buSzPts val="1400"/>
              <a:buNone/>
              <a:defRPr/>
            </a:lvl2pPr>
            <a:lvl3pPr indent="-228600" lvl="2" marL="1371600" algn="ctr">
              <a:lnSpc>
                <a:spcPct val="120000"/>
              </a:lnSpc>
              <a:spcBef>
                <a:spcPts val="500"/>
              </a:spcBef>
              <a:spcAft>
                <a:spcPts val="0"/>
              </a:spcAft>
              <a:buClr>
                <a:schemeClr val="dk1"/>
              </a:buClr>
              <a:buSzPts val="1400"/>
              <a:buNone/>
              <a:defRPr/>
            </a:lvl3pPr>
            <a:lvl4pPr indent="-228600" lvl="3" marL="1828800" algn="ctr">
              <a:lnSpc>
                <a:spcPct val="120000"/>
              </a:lnSpc>
              <a:spcBef>
                <a:spcPts val="500"/>
              </a:spcBef>
              <a:spcAft>
                <a:spcPts val="0"/>
              </a:spcAft>
              <a:buClr>
                <a:schemeClr val="dk1"/>
              </a:buClr>
              <a:buSzPts val="1400"/>
              <a:buNone/>
              <a:defRPr/>
            </a:lvl4pPr>
            <a:lvl5pPr indent="-228600" lvl="4" marL="2286000" algn="ctr">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7" name="Google Shape;377;p57"/>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8" name="Google Shape;378;p57"/>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1"/>
                </a:solidFill>
                <a:latin typeface="Avenir"/>
                <a:ea typeface="Avenir"/>
                <a:cs typeface="Avenir"/>
                <a:sym typeface="Avenir"/>
              </a:defRPr>
            </a:lvl1pPr>
            <a:lvl2pPr indent="0" lvl="1" marL="0" algn="r">
              <a:spcBef>
                <a:spcPts val="0"/>
              </a:spcBef>
              <a:buNone/>
              <a:defRPr b="0" i="0" sz="800" u="none" cap="none" strike="noStrike">
                <a:solidFill>
                  <a:schemeClr val="dk1"/>
                </a:solidFill>
                <a:latin typeface="Avenir"/>
                <a:ea typeface="Avenir"/>
                <a:cs typeface="Avenir"/>
                <a:sym typeface="Avenir"/>
              </a:defRPr>
            </a:lvl2pPr>
            <a:lvl3pPr indent="0" lvl="2" marL="0" algn="r">
              <a:spcBef>
                <a:spcPts val="0"/>
              </a:spcBef>
              <a:buNone/>
              <a:defRPr b="0" i="0" sz="800" u="none" cap="none" strike="noStrike">
                <a:solidFill>
                  <a:schemeClr val="dk1"/>
                </a:solidFill>
                <a:latin typeface="Avenir"/>
                <a:ea typeface="Avenir"/>
                <a:cs typeface="Avenir"/>
                <a:sym typeface="Avenir"/>
              </a:defRPr>
            </a:lvl3pPr>
            <a:lvl4pPr indent="0" lvl="3" marL="0" algn="r">
              <a:spcBef>
                <a:spcPts val="0"/>
              </a:spcBef>
              <a:buNone/>
              <a:defRPr b="0" i="0" sz="800" u="none" cap="none" strike="noStrike">
                <a:solidFill>
                  <a:schemeClr val="dk1"/>
                </a:solidFill>
                <a:latin typeface="Avenir"/>
                <a:ea typeface="Avenir"/>
                <a:cs typeface="Avenir"/>
                <a:sym typeface="Avenir"/>
              </a:defRPr>
            </a:lvl4pPr>
            <a:lvl5pPr indent="0" lvl="4" marL="0" algn="r">
              <a:spcBef>
                <a:spcPts val="0"/>
              </a:spcBef>
              <a:buNone/>
              <a:defRPr b="0" i="0" sz="800" u="none" cap="none" strike="noStrike">
                <a:solidFill>
                  <a:schemeClr val="dk1"/>
                </a:solidFill>
                <a:latin typeface="Avenir"/>
                <a:ea typeface="Avenir"/>
                <a:cs typeface="Avenir"/>
                <a:sym typeface="Avenir"/>
              </a:defRPr>
            </a:lvl5pPr>
            <a:lvl6pPr indent="0" lvl="5" marL="0" algn="r">
              <a:spcBef>
                <a:spcPts val="0"/>
              </a:spcBef>
              <a:buNone/>
              <a:defRPr b="0" i="0" sz="800" u="none" cap="none" strike="noStrike">
                <a:solidFill>
                  <a:schemeClr val="dk1"/>
                </a:solidFill>
                <a:latin typeface="Avenir"/>
                <a:ea typeface="Avenir"/>
                <a:cs typeface="Avenir"/>
                <a:sym typeface="Avenir"/>
              </a:defRPr>
            </a:lvl6pPr>
            <a:lvl7pPr indent="0" lvl="6" marL="0" algn="r">
              <a:spcBef>
                <a:spcPts val="0"/>
              </a:spcBef>
              <a:buNone/>
              <a:defRPr b="0" i="0" sz="800" u="none" cap="none" strike="noStrike">
                <a:solidFill>
                  <a:schemeClr val="dk1"/>
                </a:solidFill>
                <a:latin typeface="Avenir"/>
                <a:ea typeface="Avenir"/>
                <a:cs typeface="Avenir"/>
                <a:sym typeface="Avenir"/>
              </a:defRPr>
            </a:lvl7pPr>
            <a:lvl8pPr indent="0" lvl="7" marL="0" algn="r">
              <a:spcBef>
                <a:spcPts val="0"/>
              </a:spcBef>
              <a:buNone/>
              <a:defRPr b="0" i="0" sz="800" u="none" cap="none" strike="noStrike">
                <a:solidFill>
                  <a:schemeClr val="dk1"/>
                </a:solidFill>
                <a:latin typeface="Avenir"/>
                <a:ea typeface="Avenir"/>
                <a:cs typeface="Avenir"/>
                <a:sym typeface="Avenir"/>
              </a:defRPr>
            </a:lvl8pPr>
            <a:lvl9pPr indent="0" lvl="8" mar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showMasterSp="0">
  <p:cSld name="Quote 2">
    <p:bg>
      <p:bgPr>
        <a:solidFill>
          <a:schemeClr val="dk1"/>
        </a:solidFill>
      </p:bgPr>
    </p:bg>
    <p:spTree>
      <p:nvGrpSpPr>
        <p:cNvPr id="379" name="Shape 379"/>
        <p:cNvGrpSpPr/>
        <p:nvPr/>
      </p:nvGrpSpPr>
      <p:grpSpPr>
        <a:xfrm>
          <a:off x="0" y="0"/>
          <a:ext cx="0" cy="0"/>
          <a:chOff x="0" y="0"/>
          <a:chExt cx="0" cy="0"/>
        </a:xfrm>
      </p:grpSpPr>
      <p:sp>
        <p:nvSpPr>
          <p:cNvPr id="380" name="Google Shape;380;p5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Arial"/>
              <a:ea typeface="Arial"/>
              <a:cs typeface="Arial"/>
              <a:sym typeface="Arial"/>
            </a:endParaRPr>
          </a:p>
        </p:txBody>
      </p:sp>
      <p:sp>
        <p:nvSpPr>
          <p:cNvPr id="381" name="Google Shape;381;p58"/>
          <p:cNvSpPr/>
          <p:nvPr/>
        </p:nvSpPr>
        <p:spPr>
          <a:xfrm>
            <a:off x="1009651" y="1028698"/>
            <a:ext cx="10172700" cy="4800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82" name="Google Shape;382;p58"/>
          <p:cNvSpPr/>
          <p:nvPr/>
        </p:nvSpPr>
        <p:spPr>
          <a:xfrm flipH="1">
            <a:off x="1009683" y="1028699"/>
            <a:ext cx="10174500" cy="4800600"/>
          </a:xfrm>
          <a:prstGeom prst="rect">
            <a:avLst/>
          </a:prstGeom>
          <a:gradFill>
            <a:gsLst>
              <a:gs pos="0">
                <a:srgbClr val="FF9265"/>
              </a:gs>
              <a:gs pos="9000">
                <a:srgbClr val="FF9265"/>
              </a:gs>
              <a:gs pos="95000">
                <a:srgbClr val="DA002F">
                  <a:alpha val="78823"/>
                </a:srgbClr>
              </a:gs>
              <a:gs pos="100000">
                <a:srgbClr val="DA002F">
                  <a:alpha val="78823"/>
                </a:srgbClr>
              </a:gs>
            </a:gsLst>
            <a:lin ang="1560015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83" name="Google Shape;383;p58"/>
          <p:cNvSpPr/>
          <p:nvPr/>
        </p:nvSpPr>
        <p:spPr>
          <a:xfrm flipH="1" rot="10800000">
            <a:off x="1005991" y="4421094"/>
            <a:ext cx="10176300" cy="1408200"/>
          </a:xfrm>
          <a:prstGeom prst="rect">
            <a:avLst/>
          </a:prstGeom>
          <a:gradFill>
            <a:gsLst>
              <a:gs pos="0">
                <a:srgbClr val="BA0267">
                  <a:alpha val="0"/>
                </a:srgbClr>
              </a:gs>
              <a:gs pos="26000">
                <a:srgbClr val="BA0267">
                  <a:alpha val="0"/>
                </a:srgbClr>
              </a:gs>
              <a:gs pos="95000">
                <a:srgbClr val="9B3597">
                  <a:alpha val="61960"/>
                </a:srgbClr>
              </a:gs>
              <a:gs pos="100000">
                <a:srgbClr val="9B3597">
                  <a:alpha val="61960"/>
                </a:srgbClr>
              </a:gs>
            </a:gsLst>
            <a:lin ang="1800004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84" name="Google Shape;384;p58"/>
          <p:cNvSpPr/>
          <p:nvPr/>
        </p:nvSpPr>
        <p:spPr>
          <a:xfrm flipH="1" rot="5400000">
            <a:off x="3568420" y="-1531952"/>
            <a:ext cx="4800600" cy="9921900"/>
          </a:xfrm>
          <a:prstGeom prst="rect">
            <a:avLst/>
          </a:prstGeom>
          <a:gradFill>
            <a:gsLst>
              <a:gs pos="0">
                <a:srgbClr val="A60296">
                  <a:alpha val="49019"/>
                </a:srgbClr>
              </a:gs>
              <a:gs pos="22000">
                <a:srgbClr val="A60296">
                  <a:alpha val="49019"/>
                </a:srgbClr>
              </a:gs>
              <a:gs pos="99000">
                <a:srgbClr val="DA002F">
                  <a:alpha val="0"/>
                </a:srgbClr>
              </a:gs>
              <a:gs pos="100000">
                <a:srgbClr val="DA002F">
                  <a:alpha val="0"/>
                </a:srgbClr>
              </a:gs>
            </a:gsLst>
            <a:lin ang="1319991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85" name="Google Shape;385;p58"/>
          <p:cNvSpPr txBox="1"/>
          <p:nvPr>
            <p:ph type="title"/>
          </p:nvPr>
        </p:nvSpPr>
        <p:spPr>
          <a:xfrm>
            <a:off x="1792224" y="4736592"/>
            <a:ext cx="8349300" cy="795600"/>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chemeClr val="lt1"/>
              </a:buClr>
              <a:buSzPts val="2200"/>
              <a:buFont typeface="Avenir"/>
              <a:buNone/>
              <a:defRPr sz="22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58"/>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7" name="Google Shape;387;p58"/>
          <p:cNvSpPr txBox="1"/>
          <p:nvPr>
            <p:ph idx="1" type="body"/>
          </p:nvPr>
        </p:nvSpPr>
        <p:spPr>
          <a:xfrm>
            <a:off x="1655064" y="1481328"/>
            <a:ext cx="8001000" cy="2752200"/>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1000"/>
              </a:spcBef>
              <a:spcAft>
                <a:spcPts val="0"/>
              </a:spcAft>
              <a:buClr>
                <a:schemeClr val="lt1"/>
              </a:buClr>
              <a:buSzPts val="3200"/>
              <a:buNone/>
              <a:defRPr sz="3200">
                <a:solidFill>
                  <a:schemeClr val="lt1"/>
                </a:solidFill>
                <a:latin typeface="Avenir"/>
                <a:ea typeface="Avenir"/>
                <a:cs typeface="Avenir"/>
                <a:sym typeface="Avenir"/>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88" name="Google Shape;388;p58"/>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9" name="Google Shape;389;p58"/>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1"/>
                </a:solidFill>
                <a:latin typeface="Avenir"/>
                <a:ea typeface="Avenir"/>
                <a:cs typeface="Avenir"/>
                <a:sym typeface="Avenir"/>
              </a:defRPr>
            </a:lvl1pPr>
            <a:lvl2pPr indent="0" lvl="1" marL="0" algn="r">
              <a:spcBef>
                <a:spcPts val="0"/>
              </a:spcBef>
              <a:buNone/>
              <a:defRPr b="0" i="0" sz="800" u="none" cap="none" strike="noStrike">
                <a:solidFill>
                  <a:schemeClr val="dk1"/>
                </a:solidFill>
                <a:latin typeface="Avenir"/>
                <a:ea typeface="Avenir"/>
                <a:cs typeface="Avenir"/>
                <a:sym typeface="Avenir"/>
              </a:defRPr>
            </a:lvl2pPr>
            <a:lvl3pPr indent="0" lvl="2" marL="0" algn="r">
              <a:spcBef>
                <a:spcPts val="0"/>
              </a:spcBef>
              <a:buNone/>
              <a:defRPr b="0" i="0" sz="800" u="none" cap="none" strike="noStrike">
                <a:solidFill>
                  <a:schemeClr val="dk1"/>
                </a:solidFill>
                <a:latin typeface="Avenir"/>
                <a:ea typeface="Avenir"/>
                <a:cs typeface="Avenir"/>
                <a:sym typeface="Avenir"/>
              </a:defRPr>
            </a:lvl3pPr>
            <a:lvl4pPr indent="0" lvl="3" marL="0" algn="r">
              <a:spcBef>
                <a:spcPts val="0"/>
              </a:spcBef>
              <a:buNone/>
              <a:defRPr b="0" i="0" sz="800" u="none" cap="none" strike="noStrike">
                <a:solidFill>
                  <a:schemeClr val="dk1"/>
                </a:solidFill>
                <a:latin typeface="Avenir"/>
                <a:ea typeface="Avenir"/>
                <a:cs typeface="Avenir"/>
                <a:sym typeface="Avenir"/>
              </a:defRPr>
            </a:lvl4pPr>
            <a:lvl5pPr indent="0" lvl="4" marL="0" algn="r">
              <a:spcBef>
                <a:spcPts val="0"/>
              </a:spcBef>
              <a:buNone/>
              <a:defRPr b="0" i="0" sz="800" u="none" cap="none" strike="noStrike">
                <a:solidFill>
                  <a:schemeClr val="dk1"/>
                </a:solidFill>
                <a:latin typeface="Avenir"/>
                <a:ea typeface="Avenir"/>
                <a:cs typeface="Avenir"/>
                <a:sym typeface="Avenir"/>
              </a:defRPr>
            </a:lvl5pPr>
            <a:lvl6pPr indent="0" lvl="5" marL="0" algn="r">
              <a:spcBef>
                <a:spcPts val="0"/>
              </a:spcBef>
              <a:buNone/>
              <a:defRPr b="0" i="0" sz="800" u="none" cap="none" strike="noStrike">
                <a:solidFill>
                  <a:schemeClr val="dk1"/>
                </a:solidFill>
                <a:latin typeface="Avenir"/>
                <a:ea typeface="Avenir"/>
                <a:cs typeface="Avenir"/>
                <a:sym typeface="Avenir"/>
              </a:defRPr>
            </a:lvl6pPr>
            <a:lvl7pPr indent="0" lvl="6" marL="0" algn="r">
              <a:spcBef>
                <a:spcPts val="0"/>
              </a:spcBef>
              <a:buNone/>
              <a:defRPr b="0" i="0" sz="800" u="none" cap="none" strike="noStrike">
                <a:solidFill>
                  <a:schemeClr val="dk1"/>
                </a:solidFill>
                <a:latin typeface="Avenir"/>
                <a:ea typeface="Avenir"/>
                <a:cs typeface="Avenir"/>
                <a:sym typeface="Avenir"/>
              </a:defRPr>
            </a:lvl7pPr>
            <a:lvl8pPr indent="0" lvl="7" marL="0" algn="r">
              <a:spcBef>
                <a:spcPts val="0"/>
              </a:spcBef>
              <a:buNone/>
              <a:defRPr b="0" i="0" sz="800" u="none" cap="none" strike="noStrike">
                <a:solidFill>
                  <a:schemeClr val="dk1"/>
                </a:solidFill>
                <a:latin typeface="Avenir"/>
                <a:ea typeface="Avenir"/>
                <a:cs typeface="Avenir"/>
                <a:sym typeface="Avenir"/>
              </a:defRPr>
            </a:lvl8pPr>
            <a:lvl9pPr indent="0" lvl="8" mar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showMasterSp="0">
  <p:cSld name="Quote 3">
    <p:spTree>
      <p:nvGrpSpPr>
        <p:cNvPr id="390" name="Shape 390"/>
        <p:cNvGrpSpPr/>
        <p:nvPr/>
      </p:nvGrpSpPr>
      <p:grpSpPr>
        <a:xfrm>
          <a:off x="0" y="0"/>
          <a:ext cx="0" cy="0"/>
          <a:chOff x="0" y="0"/>
          <a:chExt cx="0" cy="0"/>
        </a:xfrm>
      </p:grpSpPr>
      <p:sp>
        <p:nvSpPr>
          <p:cNvPr id="391" name="Google Shape;391;p59"/>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92" name="Google Shape;392;p59"/>
          <p:cNvSpPr/>
          <p:nvPr/>
        </p:nvSpPr>
        <p:spPr>
          <a:xfrm>
            <a:off x="1009651" y="1028701"/>
            <a:ext cx="10172700" cy="4800600"/>
          </a:xfrm>
          <a:prstGeom prst="rect">
            <a:avLst/>
          </a:prstGeom>
          <a:solidFill>
            <a:schemeClr val="lt1"/>
          </a:solidFill>
          <a:ln cap="flat" cmpd="sng" w="127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93" name="Google Shape;393;p59"/>
          <p:cNvSpPr/>
          <p:nvPr/>
        </p:nvSpPr>
        <p:spPr>
          <a:xfrm flipH="1">
            <a:off x="8115303" y="1028698"/>
            <a:ext cx="3086100" cy="4800600"/>
          </a:xfrm>
          <a:prstGeom prst="rect">
            <a:avLst/>
          </a:prstGeom>
          <a:gradFill>
            <a:gsLst>
              <a:gs pos="0">
                <a:srgbClr val="FE4A00">
                  <a:alpha val="81176"/>
                </a:srgbClr>
              </a:gs>
              <a:gs pos="100000">
                <a:srgbClr val="9C2C97"/>
              </a:gs>
            </a:gsLst>
            <a:lin ang="1679992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94" name="Google Shape;394;p59"/>
          <p:cNvSpPr/>
          <p:nvPr/>
        </p:nvSpPr>
        <p:spPr>
          <a:xfrm flipH="1" rot="10800000">
            <a:off x="8124832" y="1028644"/>
            <a:ext cx="3076500" cy="3584700"/>
          </a:xfrm>
          <a:prstGeom prst="rect">
            <a:avLst/>
          </a:prstGeom>
          <a:gradFill>
            <a:gsLst>
              <a:gs pos="0">
                <a:srgbClr val="FF6753">
                  <a:alpha val="0"/>
                </a:srgbClr>
              </a:gs>
              <a:gs pos="99000">
                <a:srgbClr val="D6002E">
                  <a:alpha val="43921"/>
                </a:srgbClr>
              </a:gs>
              <a:gs pos="100000">
                <a:srgbClr val="D6002E">
                  <a:alpha val="43921"/>
                </a:srgbClr>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395" name="Google Shape;395;p59"/>
          <p:cNvSpPr txBox="1"/>
          <p:nvPr>
            <p:ph type="title"/>
          </p:nvPr>
        </p:nvSpPr>
        <p:spPr>
          <a:xfrm>
            <a:off x="8531352" y="1792224"/>
            <a:ext cx="2322600" cy="34656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lt1"/>
              </a:buClr>
              <a:buSzPts val="1600"/>
              <a:buFont typeface="Avenir"/>
              <a:buNone/>
              <a:defRPr b="0" sz="1600" cap="none">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6" name="Google Shape;396;p59"/>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7" name="Google Shape;397;p59"/>
          <p:cNvSpPr txBox="1"/>
          <p:nvPr>
            <p:ph idx="1" type="body"/>
          </p:nvPr>
        </p:nvSpPr>
        <p:spPr>
          <a:xfrm>
            <a:off x="1737360" y="1399032"/>
            <a:ext cx="5751600" cy="4041600"/>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0"/>
              </a:spcBef>
              <a:spcAft>
                <a:spcPts val="0"/>
              </a:spcAft>
              <a:buClr>
                <a:schemeClr val="dk1"/>
              </a:buClr>
              <a:buSzPts val="3400"/>
              <a:buNone/>
              <a:defRPr b="1" sz="3400">
                <a:latin typeface="Avenir"/>
                <a:ea typeface="Avenir"/>
                <a:cs typeface="Avenir"/>
                <a:sym typeface="Aveni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8" name="Google Shape;398;p59"/>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9" name="Google Shape;399;p59"/>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1"/>
                </a:solidFill>
                <a:latin typeface="Avenir"/>
                <a:ea typeface="Avenir"/>
                <a:cs typeface="Avenir"/>
                <a:sym typeface="Avenir"/>
              </a:defRPr>
            </a:lvl1pPr>
            <a:lvl2pPr indent="0" lvl="1" marL="0" algn="r">
              <a:spcBef>
                <a:spcPts val="0"/>
              </a:spcBef>
              <a:buNone/>
              <a:defRPr b="0" i="0" sz="800" u="none" cap="none" strike="noStrike">
                <a:solidFill>
                  <a:schemeClr val="dk1"/>
                </a:solidFill>
                <a:latin typeface="Avenir"/>
                <a:ea typeface="Avenir"/>
                <a:cs typeface="Avenir"/>
                <a:sym typeface="Avenir"/>
              </a:defRPr>
            </a:lvl2pPr>
            <a:lvl3pPr indent="0" lvl="2" marL="0" algn="r">
              <a:spcBef>
                <a:spcPts val="0"/>
              </a:spcBef>
              <a:buNone/>
              <a:defRPr b="0" i="0" sz="800" u="none" cap="none" strike="noStrike">
                <a:solidFill>
                  <a:schemeClr val="dk1"/>
                </a:solidFill>
                <a:latin typeface="Avenir"/>
                <a:ea typeface="Avenir"/>
                <a:cs typeface="Avenir"/>
                <a:sym typeface="Avenir"/>
              </a:defRPr>
            </a:lvl3pPr>
            <a:lvl4pPr indent="0" lvl="3" marL="0" algn="r">
              <a:spcBef>
                <a:spcPts val="0"/>
              </a:spcBef>
              <a:buNone/>
              <a:defRPr b="0" i="0" sz="800" u="none" cap="none" strike="noStrike">
                <a:solidFill>
                  <a:schemeClr val="dk1"/>
                </a:solidFill>
                <a:latin typeface="Avenir"/>
                <a:ea typeface="Avenir"/>
                <a:cs typeface="Avenir"/>
                <a:sym typeface="Avenir"/>
              </a:defRPr>
            </a:lvl4pPr>
            <a:lvl5pPr indent="0" lvl="4" marL="0" algn="r">
              <a:spcBef>
                <a:spcPts val="0"/>
              </a:spcBef>
              <a:buNone/>
              <a:defRPr b="0" i="0" sz="800" u="none" cap="none" strike="noStrike">
                <a:solidFill>
                  <a:schemeClr val="dk1"/>
                </a:solidFill>
                <a:latin typeface="Avenir"/>
                <a:ea typeface="Avenir"/>
                <a:cs typeface="Avenir"/>
                <a:sym typeface="Avenir"/>
              </a:defRPr>
            </a:lvl5pPr>
            <a:lvl6pPr indent="0" lvl="5" marL="0" algn="r">
              <a:spcBef>
                <a:spcPts val="0"/>
              </a:spcBef>
              <a:buNone/>
              <a:defRPr b="0" i="0" sz="800" u="none" cap="none" strike="noStrike">
                <a:solidFill>
                  <a:schemeClr val="dk1"/>
                </a:solidFill>
                <a:latin typeface="Avenir"/>
                <a:ea typeface="Avenir"/>
                <a:cs typeface="Avenir"/>
                <a:sym typeface="Avenir"/>
              </a:defRPr>
            </a:lvl6pPr>
            <a:lvl7pPr indent="0" lvl="6" marL="0" algn="r">
              <a:spcBef>
                <a:spcPts val="0"/>
              </a:spcBef>
              <a:buNone/>
              <a:defRPr b="0" i="0" sz="800" u="none" cap="none" strike="noStrike">
                <a:solidFill>
                  <a:schemeClr val="dk1"/>
                </a:solidFill>
                <a:latin typeface="Avenir"/>
                <a:ea typeface="Avenir"/>
                <a:cs typeface="Avenir"/>
                <a:sym typeface="Avenir"/>
              </a:defRPr>
            </a:lvl7pPr>
            <a:lvl8pPr indent="0" lvl="7" marL="0" algn="r">
              <a:spcBef>
                <a:spcPts val="0"/>
              </a:spcBef>
              <a:buNone/>
              <a:defRPr b="0" i="0" sz="800" u="none" cap="none" strike="noStrike">
                <a:solidFill>
                  <a:schemeClr val="dk1"/>
                </a:solidFill>
                <a:latin typeface="Avenir"/>
                <a:ea typeface="Avenir"/>
                <a:cs typeface="Avenir"/>
                <a:sym typeface="Avenir"/>
              </a:defRPr>
            </a:lvl8pPr>
            <a:lvl9pPr indent="0" lvl="8" mar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00" name="Shape 400"/>
        <p:cNvGrpSpPr/>
        <p:nvPr/>
      </p:nvGrpSpPr>
      <p:grpSpPr>
        <a:xfrm>
          <a:off x="0" y="0"/>
          <a:ext cx="0" cy="0"/>
          <a:chOff x="0" y="0"/>
          <a:chExt cx="0" cy="0"/>
        </a:xfrm>
      </p:grpSpPr>
      <p:sp>
        <p:nvSpPr>
          <p:cNvPr id="401" name="Google Shape;401;p60"/>
          <p:cNvSpPr txBox="1"/>
          <p:nvPr>
            <p:ph type="title"/>
          </p:nvPr>
        </p:nvSpPr>
        <p:spPr>
          <a:xfrm>
            <a:off x="731521" y="294248"/>
            <a:ext cx="10844700" cy="958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2" name="Google Shape;402;p60"/>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3" name="Google Shape;403;p60"/>
          <p:cNvSpPr txBox="1"/>
          <p:nvPr>
            <p:ph idx="1" type="body"/>
          </p:nvPr>
        </p:nvSpPr>
        <p:spPr>
          <a:xfrm>
            <a:off x="731838" y="2020824"/>
            <a:ext cx="5075100" cy="41148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4" name="Google Shape;404;p60"/>
          <p:cNvSpPr txBox="1"/>
          <p:nvPr>
            <p:ph idx="2" type="body"/>
          </p:nvPr>
        </p:nvSpPr>
        <p:spPr>
          <a:xfrm>
            <a:off x="6500813" y="2020824"/>
            <a:ext cx="5075100" cy="41148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5" name="Google Shape;405;p60"/>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6" name="Google Shape;406;p60"/>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07" name="Shape 407"/>
        <p:cNvGrpSpPr/>
        <p:nvPr/>
      </p:nvGrpSpPr>
      <p:grpSpPr>
        <a:xfrm>
          <a:off x="0" y="0"/>
          <a:ext cx="0" cy="0"/>
          <a:chOff x="0" y="0"/>
          <a:chExt cx="0" cy="0"/>
        </a:xfrm>
      </p:grpSpPr>
      <p:sp>
        <p:nvSpPr>
          <p:cNvPr id="408" name="Google Shape;408;p61"/>
          <p:cNvSpPr txBox="1"/>
          <p:nvPr>
            <p:ph type="title"/>
          </p:nvPr>
        </p:nvSpPr>
        <p:spPr>
          <a:xfrm>
            <a:off x="731520" y="292608"/>
            <a:ext cx="10844700" cy="960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9" name="Google Shape;409;p61"/>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0" name="Google Shape;410;p61"/>
          <p:cNvSpPr txBox="1"/>
          <p:nvPr>
            <p:ph idx="1" type="body"/>
          </p:nvPr>
        </p:nvSpPr>
        <p:spPr>
          <a:xfrm>
            <a:off x="731074" y="1380744"/>
            <a:ext cx="5074800" cy="559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cap="none"/>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1" name="Google Shape;411;p61"/>
          <p:cNvSpPr txBox="1"/>
          <p:nvPr>
            <p:ph idx="2" type="body"/>
          </p:nvPr>
        </p:nvSpPr>
        <p:spPr>
          <a:xfrm>
            <a:off x="731838" y="2020888"/>
            <a:ext cx="5073600" cy="41148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2" name="Google Shape;412;p61"/>
          <p:cNvSpPr txBox="1"/>
          <p:nvPr>
            <p:ph idx="3" type="body"/>
          </p:nvPr>
        </p:nvSpPr>
        <p:spPr>
          <a:xfrm>
            <a:off x="6501384" y="1380744"/>
            <a:ext cx="5074800" cy="559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cap="none"/>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3" name="Google Shape;413;p61"/>
          <p:cNvSpPr txBox="1"/>
          <p:nvPr>
            <p:ph idx="4" type="body"/>
          </p:nvPr>
        </p:nvSpPr>
        <p:spPr>
          <a:xfrm>
            <a:off x="6500813" y="2020888"/>
            <a:ext cx="5075100" cy="41148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4" name="Google Shape;414;p61"/>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5" name="Google Shape;415;p61"/>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6" name="Shape 416"/>
        <p:cNvGrpSpPr/>
        <p:nvPr/>
      </p:nvGrpSpPr>
      <p:grpSpPr>
        <a:xfrm>
          <a:off x="0" y="0"/>
          <a:ext cx="0" cy="0"/>
          <a:chOff x="0" y="0"/>
          <a:chExt cx="0" cy="0"/>
        </a:xfrm>
      </p:grpSpPr>
      <p:sp>
        <p:nvSpPr>
          <p:cNvPr id="417" name="Google Shape;417;p62"/>
          <p:cNvSpPr txBox="1"/>
          <p:nvPr>
            <p:ph type="title"/>
          </p:nvPr>
        </p:nvSpPr>
        <p:spPr>
          <a:xfrm>
            <a:off x="731520" y="292608"/>
            <a:ext cx="9985200" cy="960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62"/>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9" name="Google Shape;419;p62"/>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0" name="Google Shape;420;p62"/>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type="blank">
  <p:cSld name="BLANK">
    <p:spTree>
      <p:nvGrpSpPr>
        <p:cNvPr id="421" name="Shape 421"/>
        <p:cNvGrpSpPr/>
        <p:nvPr/>
      </p:nvGrpSpPr>
      <p:grpSpPr>
        <a:xfrm>
          <a:off x="0" y="0"/>
          <a:ext cx="0" cy="0"/>
          <a:chOff x="0" y="0"/>
          <a:chExt cx="0" cy="0"/>
        </a:xfrm>
      </p:grpSpPr>
      <p:sp>
        <p:nvSpPr>
          <p:cNvPr id="422" name="Google Shape;422;p63"/>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3" name="Google Shape;423;p63"/>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4" name="Google Shape;424;p63"/>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5" name="Shape 425"/>
        <p:cNvGrpSpPr/>
        <p:nvPr/>
      </p:nvGrpSpPr>
      <p:grpSpPr>
        <a:xfrm>
          <a:off x="0" y="0"/>
          <a:ext cx="0" cy="0"/>
          <a:chOff x="0" y="0"/>
          <a:chExt cx="0" cy="0"/>
        </a:xfrm>
      </p:grpSpPr>
      <p:sp>
        <p:nvSpPr>
          <p:cNvPr id="426" name="Google Shape;426;p64"/>
          <p:cNvSpPr txBox="1"/>
          <p:nvPr>
            <p:ph type="title"/>
          </p:nvPr>
        </p:nvSpPr>
        <p:spPr>
          <a:xfrm>
            <a:off x="731520" y="553616"/>
            <a:ext cx="3595500" cy="17574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venir"/>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7" name="Google Shape;427;p64"/>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8" name="Google Shape;428;p64"/>
          <p:cNvSpPr txBox="1"/>
          <p:nvPr>
            <p:ph idx="1" type="body"/>
          </p:nvPr>
        </p:nvSpPr>
        <p:spPr>
          <a:xfrm>
            <a:off x="731520" y="2311122"/>
            <a:ext cx="3309600" cy="38247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600"/>
              <a:buNone/>
              <a:defRPr sz="1600"/>
            </a:lvl1pPr>
            <a:lvl2pPr indent="-228600" lvl="1" marL="914400" algn="l">
              <a:lnSpc>
                <a:spcPct val="120000"/>
              </a:lnSpc>
              <a:spcBef>
                <a:spcPts val="500"/>
              </a:spcBef>
              <a:spcAft>
                <a:spcPts val="0"/>
              </a:spcAft>
              <a:buClr>
                <a:schemeClr val="dk1"/>
              </a:buClr>
              <a:buSzPts val="1400"/>
              <a:buNone/>
              <a:defRPr sz="1400"/>
            </a:lvl2pPr>
            <a:lvl3pPr indent="-228600" lvl="2" marL="1371600" algn="l">
              <a:lnSpc>
                <a:spcPct val="120000"/>
              </a:lnSpc>
              <a:spcBef>
                <a:spcPts val="500"/>
              </a:spcBef>
              <a:spcAft>
                <a:spcPts val="0"/>
              </a:spcAft>
              <a:buClr>
                <a:schemeClr val="dk1"/>
              </a:buClr>
              <a:buSzPts val="1200"/>
              <a:buNone/>
              <a:defRPr sz="1200"/>
            </a:lvl3pPr>
            <a:lvl4pPr indent="-228600" lvl="3" marL="1828800" algn="l">
              <a:lnSpc>
                <a:spcPct val="120000"/>
              </a:lnSpc>
              <a:spcBef>
                <a:spcPts val="500"/>
              </a:spcBef>
              <a:spcAft>
                <a:spcPts val="0"/>
              </a:spcAft>
              <a:buClr>
                <a:schemeClr val="dk1"/>
              </a:buClr>
              <a:buSzPts val="1000"/>
              <a:buNone/>
              <a:defRPr sz="1000"/>
            </a:lvl4pPr>
            <a:lvl5pPr indent="-228600" lvl="4" marL="2286000" algn="l">
              <a:lnSpc>
                <a:spcPct val="12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29" name="Google Shape;429;p64"/>
          <p:cNvSpPr txBox="1"/>
          <p:nvPr>
            <p:ph idx="2" type="body"/>
          </p:nvPr>
        </p:nvSpPr>
        <p:spPr>
          <a:xfrm>
            <a:off x="5136995" y="553616"/>
            <a:ext cx="6439200" cy="55821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1"/>
              </a:buClr>
              <a:buSzPts val="1400"/>
              <a:buChar char="•"/>
              <a:defRPr/>
            </a:lvl1pPr>
            <a:lvl2pPr indent="-317500" lvl="1" marL="914400" algn="l">
              <a:lnSpc>
                <a:spcPct val="120000"/>
              </a:lnSpc>
              <a:spcBef>
                <a:spcPts val="500"/>
              </a:spcBef>
              <a:spcAft>
                <a:spcPts val="0"/>
              </a:spcAft>
              <a:buClr>
                <a:schemeClr val="dk1"/>
              </a:buClr>
              <a:buSzPts val="1400"/>
              <a:buChar char="•"/>
              <a:defRPr/>
            </a:lvl2pPr>
            <a:lvl3pPr indent="-317500" lvl="2" marL="1371600" algn="l">
              <a:lnSpc>
                <a:spcPct val="120000"/>
              </a:lnSpc>
              <a:spcBef>
                <a:spcPts val="500"/>
              </a:spcBef>
              <a:spcAft>
                <a:spcPts val="0"/>
              </a:spcAft>
              <a:buClr>
                <a:schemeClr val="dk1"/>
              </a:buClr>
              <a:buSzPts val="1400"/>
              <a:buChar char="•"/>
              <a:defRPr/>
            </a:lvl3pPr>
            <a:lvl4pPr indent="-317500" lvl="3" marL="1828800" algn="l">
              <a:lnSpc>
                <a:spcPct val="120000"/>
              </a:lnSpc>
              <a:spcBef>
                <a:spcPts val="500"/>
              </a:spcBef>
              <a:spcAft>
                <a:spcPts val="0"/>
              </a:spcAft>
              <a:buClr>
                <a:schemeClr val="dk1"/>
              </a:buClr>
              <a:buSzPts val="1400"/>
              <a:buChar char="•"/>
              <a:defRPr/>
            </a:lvl4pPr>
            <a:lvl5pPr indent="-317500" lvl="4" marL="2286000" algn="l">
              <a:lnSpc>
                <a:spcPct val="120000"/>
              </a:lnSpc>
              <a:spcBef>
                <a:spcPts val="500"/>
              </a:spcBef>
              <a:spcAft>
                <a:spcPts val="0"/>
              </a:spcAft>
              <a:buClr>
                <a:schemeClr val="dk1"/>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0" name="Google Shape;430;p64"/>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1" name="Google Shape;431;p64"/>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32" name="Shape 432"/>
        <p:cNvGrpSpPr/>
        <p:nvPr/>
      </p:nvGrpSpPr>
      <p:grpSpPr>
        <a:xfrm>
          <a:off x="0" y="0"/>
          <a:ext cx="0" cy="0"/>
          <a:chOff x="0" y="0"/>
          <a:chExt cx="0" cy="0"/>
        </a:xfrm>
      </p:grpSpPr>
      <p:sp>
        <p:nvSpPr>
          <p:cNvPr id="433" name="Google Shape;433;p65"/>
          <p:cNvSpPr txBox="1"/>
          <p:nvPr>
            <p:ph type="title"/>
          </p:nvPr>
        </p:nvSpPr>
        <p:spPr>
          <a:xfrm>
            <a:off x="731520" y="557784"/>
            <a:ext cx="3714000" cy="22122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veni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4" name="Google Shape;434;p65"/>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5" name="Google Shape;435;p65"/>
          <p:cNvSpPr txBox="1"/>
          <p:nvPr>
            <p:ph idx="1" type="body"/>
          </p:nvPr>
        </p:nvSpPr>
        <p:spPr>
          <a:xfrm>
            <a:off x="731520" y="2826137"/>
            <a:ext cx="3310200" cy="3153900"/>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600"/>
              <a:buNone/>
              <a:defRPr sz="1600"/>
            </a:lvl1pPr>
            <a:lvl2pPr indent="-228600" lvl="1" marL="914400" algn="l">
              <a:lnSpc>
                <a:spcPct val="120000"/>
              </a:lnSpc>
              <a:spcBef>
                <a:spcPts val="500"/>
              </a:spcBef>
              <a:spcAft>
                <a:spcPts val="0"/>
              </a:spcAft>
              <a:buClr>
                <a:schemeClr val="dk1"/>
              </a:buClr>
              <a:buSzPts val="1400"/>
              <a:buNone/>
              <a:defRPr sz="1400"/>
            </a:lvl2pPr>
            <a:lvl3pPr indent="-228600" lvl="2" marL="1371600" algn="l">
              <a:lnSpc>
                <a:spcPct val="120000"/>
              </a:lnSpc>
              <a:spcBef>
                <a:spcPts val="500"/>
              </a:spcBef>
              <a:spcAft>
                <a:spcPts val="0"/>
              </a:spcAft>
              <a:buClr>
                <a:schemeClr val="dk1"/>
              </a:buClr>
              <a:buSzPts val="1200"/>
              <a:buNone/>
              <a:defRPr sz="1200"/>
            </a:lvl3pPr>
            <a:lvl4pPr indent="-228600" lvl="3" marL="1828800" algn="l">
              <a:lnSpc>
                <a:spcPct val="120000"/>
              </a:lnSpc>
              <a:spcBef>
                <a:spcPts val="500"/>
              </a:spcBef>
              <a:spcAft>
                <a:spcPts val="0"/>
              </a:spcAft>
              <a:buClr>
                <a:schemeClr val="dk1"/>
              </a:buClr>
              <a:buSzPts val="1000"/>
              <a:buNone/>
              <a:defRPr sz="1000"/>
            </a:lvl4pPr>
            <a:lvl5pPr indent="-228600" lvl="4" marL="2286000" algn="l">
              <a:lnSpc>
                <a:spcPct val="12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436" name="Google Shape;436;p65"/>
          <p:cNvPicPr preferRelativeResize="0"/>
          <p:nvPr>
            <p:ph idx="2" type="pic"/>
          </p:nvPr>
        </p:nvPicPr>
        <p:blipFill/>
        <p:spPr>
          <a:xfrm>
            <a:off x="5421313" y="603504"/>
            <a:ext cx="6154800" cy="5376600"/>
          </a:xfrm>
          <a:prstGeom prst="rect">
            <a:avLst/>
          </a:prstGeom>
          <a:blipFill rotWithShape="1">
            <a:blip r:embed="rId2">
              <a:alphaModFix amt="70000"/>
            </a:blip>
            <a:stretch>
              <a:fillRect b="0" l="0" r="0" t="0"/>
            </a:stretch>
          </a:blipFill>
          <a:ln>
            <a:noFill/>
          </a:ln>
        </p:spPr>
      </p:pic>
      <p:sp>
        <p:nvSpPr>
          <p:cNvPr id="437" name="Google Shape;437;p65"/>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8" name="Google Shape;438;p65"/>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showMasterSp="0">
  <p:cSld name="Conclusion">
    <p:bg>
      <p:bgPr>
        <a:solidFill>
          <a:schemeClr val="lt1"/>
        </a:solidFill>
      </p:bgPr>
    </p:bg>
    <p:spTree>
      <p:nvGrpSpPr>
        <p:cNvPr id="439" name="Shape 439"/>
        <p:cNvGrpSpPr/>
        <p:nvPr/>
      </p:nvGrpSpPr>
      <p:grpSpPr>
        <a:xfrm>
          <a:off x="0" y="0"/>
          <a:ext cx="0" cy="0"/>
          <a:chOff x="0" y="0"/>
          <a:chExt cx="0" cy="0"/>
        </a:xfrm>
      </p:grpSpPr>
      <p:sp>
        <p:nvSpPr>
          <p:cNvPr id="440" name="Google Shape;440;p66"/>
          <p:cNvSpPr/>
          <p:nvPr/>
        </p:nvSpPr>
        <p:spPr>
          <a:xfrm>
            <a:off x="-6" y="1"/>
            <a:ext cx="12192000" cy="3200400"/>
          </a:xfrm>
          <a:prstGeom prst="rect">
            <a:avLst/>
          </a:prstGeom>
          <a:gradFill>
            <a:gsLst>
              <a:gs pos="0">
                <a:srgbClr val="D861D4"/>
              </a:gs>
              <a:gs pos="8000">
                <a:srgbClr val="D861D4"/>
              </a:gs>
              <a:gs pos="100000">
                <a:srgbClr val="DA002F">
                  <a:alpha val="77647"/>
                </a:srgbClr>
              </a:gs>
            </a:gsLst>
            <a:lin ang="660013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41" name="Google Shape;441;p66"/>
          <p:cNvSpPr/>
          <p:nvPr/>
        </p:nvSpPr>
        <p:spPr>
          <a:xfrm rot="-5400000">
            <a:off x="4495799" y="-4495801"/>
            <a:ext cx="3200400" cy="12192000"/>
          </a:xfrm>
          <a:prstGeom prst="rect">
            <a:avLst/>
          </a:prstGeom>
          <a:gradFill>
            <a:gsLst>
              <a:gs pos="0">
                <a:srgbClr val="FE4A00">
                  <a:alpha val="49803"/>
                </a:srgbClr>
              </a:gs>
              <a:gs pos="99000">
                <a:srgbClr val="92248E">
                  <a:alpha val="62352"/>
                </a:srgbClr>
              </a:gs>
              <a:gs pos="100000">
                <a:srgbClr val="92248E">
                  <a:alpha val="62352"/>
                </a:srgbClr>
              </a:gs>
            </a:gsLst>
            <a:lin ang="1980004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42" name="Google Shape;442;p66"/>
          <p:cNvSpPr/>
          <p:nvPr/>
        </p:nvSpPr>
        <p:spPr>
          <a:xfrm rot="10800000">
            <a:off x="8115300" y="-1"/>
            <a:ext cx="4076700" cy="3200400"/>
          </a:xfrm>
          <a:prstGeom prst="rect">
            <a:avLst/>
          </a:prstGeom>
          <a:gradFill>
            <a:gsLst>
              <a:gs pos="0">
                <a:srgbClr val="DA002F">
                  <a:alpha val="12941"/>
                </a:srgbClr>
              </a:gs>
              <a:gs pos="84000">
                <a:srgbClr val="FF907A">
                  <a:alpha val="20000"/>
                </a:srgbClr>
              </a:gs>
              <a:gs pos="100000">
                <a:srgbClr val="FF907A">
                  <a:alpha val="20000"/>
                </a:srgbClr>
              </a:gs>
            </a:gsLst>
            <a:lin ang="16200038"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43" name="Google Shape;443;p66"/>
          <p:cNvSpPr/>
          <p:nvPr/>
        </p:nvSpPr>
        <p:spPr>
          <a:xfrm rot="-9090908">
            <a:off x="5597104" y="-1246787"/>
            <a:ext cx="4606226" cy="3523090"/>
          </a:xfrm>
          <a:custGeom>
            <a:rect b="b" l="l" r="r" t="t"/>
            <a:pathLst>
              <a:path extrusionOk="0" h="3518859" w="4600694">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0">
                <a:srgbClr val="FF907A">
                  <a:alpha val="0"/>
                </a:srgbClr>
              </a:gs>
              <a:gs pos="31000">
                <a:srgbClr val="FF907A">
                  <a:alpha val="0"/>
                </a:srgbClr>
              </a:gs>
              <a:gs pos="85000">
                <a:srgbClr val="FFBCAF">
                  <a:alpha val="23137"/>
                </a:srgbClr>
              </a:gs>
              <a:gs pos="100000">
                <a:srgbClr val="FFBCAF">
                  <a:alpha val="23137"/>
                </a:srgbClr>
              </a:gs>
            </a:gsLst>
            <a:lin ang="1200014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44" name="Google Shape;444;p66"/>
          <p:cNvSpPr txBox="1"/>
          <p:nvPr>
            <p:ph type="title"/>
          </p:nvPr>
        </p:nvSpPr>
        <p:spPr>
          <a:xfrm>
            <a:off x="731520" y="1179576"/>
            <a:ext cx="10881300" cy="1728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Avenir"/>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5" name="Google Shape;445;p66"/>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6" name="Google Shape;446;p66"/>
          <p:cNvSpPr txBox="1"/>
          <p:nvPr>
            <p:ph idx="1" type="body"/>
          </p:nvPr>
        </p:nvSpPr>
        <p:spPr>
          <a:xfrm>
            <a:off x="731520" y="3657600"/>
            <a:ext cx="10881300" cy="27432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1"/>
              </a:buClr>
              <a:buSzPts val="1400"/>
              <a:buChar char="•"/>
              <a:defRPr/>
            </a:lvl1pPr>
            <a:lvl2pPr indent="-317500" lvl="1" marL="914400" algn="l">
              <a:lnSpc>
                <a:spcPct val="120000"/>
              </a:lnSpc>
              <a:spcBef>
                <a:spcPts val="500"/>
              </a:spcBef>
              <a:spcAft>
                <a:spcPts val="0"/>
              </a:spcAft>
              <a:buClr>
                <a:schemeClr val="dk1"/>
              </a:buClr>
              <a:buSzPts val="1400"/>
              <a:buChar char="•"/>
              <a:defRPr/>
            </a:lvl2pPr>
            <a:lvl3pPr indent="-317500" lvl="2" marL="1371600" algn="l">
              <a:lnSpc>
                <a:spcPct val="120000"/>
              </a:lnSpc>
              <a:spcBef>
                <a:spcPts val="500"/>
              </a:spcBef>
              <a:spcAft>
                <a:spcPts val="0"/>
              </a:spcAft>
              <a:buClr>
                <a:schemeClr val="dk1"/>
              </a:buClr>
              <a:buSzPts val="1400"/>
              <a:buChar char="•"/>
              <a:defRPr/>
            </a:lvl3pPr>
            <a:lvl4pPr indent="-317500" lvl="3" marL="1828800" algn="l">
              <a:lnSpc>
                <a:spcPct val="120000"/>
              </a:lnSpc>
              <a:spcBef>
                <a:spcPts val="500"/>
              </a:spcBef>
              <a:spcAft>
                <a:spcPts val="0"/>
              </a:spcAft>
              <a:buClr>
                <a:schemeClr val="dk1"/>
              </a:buClr>
              <a:buSzPts val="1400"/>
              <a:buChar char="•"/>
              <a:defRPr/>
            </a:lvl4pPr>
            <a:lvl5pPr indent="-317500" lvl="4" marL="2286000" algn="l">
              <a:lnSpc>
                <a:spcPct val="120000"/>
              </a:lnSpc>
              <a:spcBef>
                <a:spcPts val="500"/>
              </a:spcBef>
              <a:spcAft>
                <a:spcPts val="0"/>
              </a:spcAft>
              <a:buClr>
                <a:schemeClr val="dk1"/>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7" name="Google Shape;447;p66"/>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8" name="Google Shape;448;p66"/>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1"/>
                </a:solidFill>
                <a:latin typeface="Avenir"/>
                <a:ea typeface="Avenir"/>
                <a:cs typeface="Avenir"/>
                <a:sym typeface="Avenir"/>
              </a:defRPr>
            </a:lvl1pPr>
            <a:lvl2pPr indent="0" lvl="1" marL="0" algn="r">
              <a:spcBef>
                <a:spcPts val="0"/>
              </a:spcBef>
              <a:buNone/>
              <a:defRPr b="0" i="0" sz="800" u="none" cap="none" strike="noStrike">
                <a:solidFill>
                  <a:schemeClr val="dk1"/>
                </a:solidFill>
                <a:latin typeface="Avenir"/>
                <a:ea typeface="Avenir"/>
                <a:cs typeface="Avenir"/>
                <a:sym typeface="Avenir"/>
              </a:defRPr>
            </a:lvl2pPr>
            <a:lvl3pPr indent="0" lvl="2" marL="0" algn="r">
              <a:spcBef>
                <a:spcPts val="0"/>
              </a:spcBef>
              <a:buNone/>
              <a:defRPr b="0" i="0" sz="800" u="none" cap="none" strike="noStrike">
                <a:solidFill>
                  <a:schemeClr val="dk1"/>
                </a:solidFill>
                <a:latin typeface="Avenir"/>
                <a:ea typeface="Avenir"/>
                <a:cs typeface="Avenir"/>
                <a:sym typeface="Avenir"/>
              </a:defRPr>
            </a:lvl3pPr>
            <a:lvl4pPr indent="0" lvl="3" marL="0" algn="r">
              <a:spcBef>
                <a:spcPts val="0"/>
              </a:spcBef>
              <a:buNone/>
              <a:defRPr b="0" i="0" sz="800" u="none" cap="none" strike="noStrike">
                <a:solidFill>
                  <a:schemeClr val="dk1"/>
                </a:solidFill>
                <a:latin typeface="Avenir"/>
                <a:ea typeface="Avenir"/>
                <a:cs typeface="Avenir"/>
                <a:sym typeface="Avenir"/>
              </a:defRPr>
            </a:lvl4pPr>
            <a:lvl5pPr indent="0" lvl="4" marL="0" algn="r">
              <a:spcBef>
                <a:spcPts val="0"/>
              </a:spcBef>
              <a:buNone/>
              <a:defRPr b="0" i="0" sz="800" u="none" cap="none" strike="noStrike">
                <a:solidFill>
                  <a:schemeClr val="dk1"/>
                </a:solidFill>
                <a:latin typeface="Avenir"/>
                <a:ea typeface="Avenir"/>
                <a:cs typeface="Avenir"/>
                <a:sym typeface="Avenir"/>
              </a:defRPr>
            </a:lvl5pPr>
            <a:lvl6pPr indent="0" lvl="5" marL="0" algn="r">
              <a:spcBef>
                <a:spcPts val="0"/>
              </a:spcBef>
              <a:buNone/>
              <a:defRPr b="0" i="0" sz="800" u="none" cap="none" strike="noStrike">
                <a:solidFill>
                  <a:schemeClr val="dk1"/>
                </a:solidFill>
                <a:latin typeface="Avenir"/>
                <a:ea typeface="Avenir"/>
                <a:cs typeface="Avenir"/>
                <a:sym typeface="Avenir"/>
              </a:defRPr>
            </a:lvl6pPr>
            <a:lvl7pPr indent="0" lvl="6" marL="0" algn="r">
              <a:spcBef>
                <a:spcPts val="0"/>
              </a:spcBef>
              <a:buNone/>
              <a:defRPr b="0" i="0" sz="800" u="none" cap="none" strike="noStrike">
                <a:solidFill>
                  <a:schemeClr val="dk1"/>
                </a:solidFill>
                <a:latin typeface="Avenir"/>
                <a:ea typeface="Avenir"/>
                <a:cs typeface="Avenir"/>
                <a:sym typeface="Avenir"/>
              </a:defRPr>
            </a:lvl7pPr>
            <a:lvl8pPr indent="0" lvl="7" marL="0" algn="r">
              <a:spcBef>
                <a:spcPts val="0"/>
              </a:spcBef>
              <a:buNone/>
              <a:defRPr b="0" i="0" sz="800" u="none" cap="none" strike="noStrike">
                <a:solidFill>
                  <a:schemeClr val="dk1"/>
                </a:solidFill>
                <a:latin typeface="Avenir"/>
                <a:ea typeface="Avenir"/>
                <a:cs typeface="Avenir"/>
                <a:sym typeface="Avenir"/>
              </a:defRPr>
            </a:lvl8pPr>
            <a:lvl9pPr indent="0" lvl="8" mar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2" showMasterSp="0">
  <p:cSld name="Conclusion 2">
    <p:bg>
      <p:bgPr>
        <a:solidFill>
          <a:schemeClr val="lt1"/>
        </a:solidFill>
      </p:bgPr>
    </p:bg>
    <p:spTree>
      <p:nvGrpSpPr>
        <p:cNvPr id="449" name="Shape 449"/>
        <p:cNvGrpSpPr/>
        <p:nvPr/>
      </p:nvGrpSpPr>
      <p:grpSpPr>
        <a:xfrm>
          <a:off x="0" y="0"/>
          <a:ext cx="0" cy="0"/>
          <a:chOff x="0" y="0"/>
          <a:chExt cx="0" cy="0"/>
        </a:xfrm>
      </p:grpSpPr>
      <p:sp>
        <p:nvSpPr>
          <p:cNvPr id="450" name="Google Shape;450;p67"/>
          <p:cNvSpPr/>
          <p:nvPr/>
        </p:nvSpPr>
        <p:spPr>
          <a:xfrm>
            <a:off x="-6" y="1"/>
            <a:ext cx="12192000" cy="3200400"/>
          </a:xfrm>
          <a:prstGeom prst="rect">
            <a:avLst/>
          </a:prstGeom>
          <a:gradFill>
            <a:gsLst>
              <a:gs pos="0">
                <a:srgbClr val="D861D4"/>
              </a:gs>
              <a:gs pos="8000">
                <a:srgbClr val="D861D4"/>
              </a:gs>
              <a:gs pos="100000">
                <a:srgbClr val="DA002F">
                  <a:alpha val="77647"/>
                </a:srgbClr>
              </a:gs>
            </a:gsLst>
            <a:lin ang="660013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51" name="Google Shape;451;p67"/>
          <p:cNvSpPr/>
          <p:nvPr/>
        </p:nvSpPr>
        <p:spPr>
          <a:xfrm rot="-5400000">
            <a:off x="4495799" y="-4495801"/>
            <a:ext cx="3200400" cy="12192000"/>
          </a:xfrm>
          <a:prstGeom prst="rect">
            <a:avLst/>
          </a:prstGeom>
          <a:gradFill>
            <a:gsLst>
              <a:gs pos="0">
                <a:srgbClr val="FE4A00">
                  <a:alpha val="49803"/>
                </a:srgbClr>
              </a:gs>
              <a:gs pos="99000">
                <a:srgbClr val="92248E">
                  <a:alpha val="62352"/>
                </a:srgbClr>
              </a:gs>
              <a:gs pos="100000">
                <a:srgbClr val="92248E">
                  <a:alpha val="62352"/>
                </a:srgbClr>
              </a:gs>
            </a:gsLst>
            <a:lin ang="1980004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52" name="Google Shape;452;p67"/>
          <p:cNvSpPr/>
          <p:nvPr/>
        </p:nvSpPr>
        <p:spPr>
          <a:xfrm rot="10800000">
            <a:off x="8115300" y="-1"/>
            <a:ext cx="4076700" cy="3200400"/>
          </a:xfrm>
          <a:prstGeom prst="rect">
            <a:avLst/>
          </a:prstGeom>
          <a:gradFill>
            <a:gsLst>
              <a:gs pos="0">
                <a:srgbClr val="DA002F">
                  <a:alpha val="12941"/>
                </a:srgbClr>
              </a:gs>
              <a:gs pos="84000">
                <a:srgbClr val="FF907A">
                  <a:alpha val="20000"/>
                </a:srgbClr>
              </a:gs>
              <a:gs pos="100000">
                <a:srgbClr val="FF907A">
                  <a:alpha val="20000"/>
                </a:srgbClr>
              </a:gs>
            </a:gsLst>
            <a:lin ang="16200038"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53" name="Google Shape;453;p67"/>
          <p:cNvSpPr/>
          <p:nvPr/>
        </p:nvSpPr>
        <p:spPr>
          <a:xfrm rot="-9090908">
            <a:off x="5597104" y="-1246787"/>
            <a:ext cx="4606226" cy="3523090"/>
          </a:xfrm>
          <a:custGeom>
            <a:rect b="b" l="l" r="r" t="t"/>
            <a:pathLst>
              <a:path extrusionOk="0" h="3518859" w="4600694">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0">
                <a:srgbClr val="FF907A">
                  <a:alpha val="0"/>
                </a:srgbClr>
              </a:gs>
              <a:gs pos="31000">
                <a:srgbClr val="FF907A">
                  <a:alpha val="0"/>
                </a:srgbClr>
              </a:gs>
              <a:gs pos="85000">
                <a:srgbClr val="FFBCAF">
                  <a:alpha val="23137"/>
                </a:srgbClr>
              </a:gs>
              <a:gs pos="100000">
                <a:srgbClr val="FFBCAF">
                  <a:alpha val="23137"/>
                </a:srgbClr>
              </a:gs>
            </a:gsLst>
            <a:lin ang="1200014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54" name="Google Shape;454;p67"/>
          <p:cNvSpPr txBox="1"/>
          <p:nvPr>
            <p:ph type="title"/>
          </p:nvPr>
        </p:nvSpPr>
        <p:spPr>
          <a:xfrm>
            <a:off x="731520" y="1179576"/>
            <a:ext cx="9994500" cy="1728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Avenir"/>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5" name="Google Shape;455;p67"/>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6" name="Google Shape;456;p67"/>
          <p:cNvSpPr txBox="1"/>
          <p:nvPr>
            <p:ph idx="1" type="body"/>
          </p:nvPr>
        </p:nvSpPr>
        <p:spPr>
          <a:xfrm>
            <a:off x="731520" y="3931920"/>
            <a:ext cx="9994500" cy="18066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400"/>
              <a:buNone/>
              <a:defRPr sz="2400"/>
            </a:lvl1pPr>
            <a:lvl2pPr indent="-228600" lvl="1" marL="914400" algn="l">
              <a:lnSpc>
                <a:spcPct val="120000"/>
              </a:lnSpc>
              <a:spcBef>
                <a:spcPts val="500"/>
              </a:spcBef>
              <a:spcAft>
                <a:spcPts val="0"/>
              </a:spcAft>
              <a:buClr>
                <a:schemeClr val="dk1"/>
              </a:buClr>
              <a:buSzPts val="2000"/>
              <a:buNone/>
              <a:defRPr sz="2000"/>
            </a:lvl2pPr>
            <a:lvl3pPr indent="-228600" lvl="2" marL="1371600" algn="l">
              <a:lnSpc>
                <a:spcPct val="120000"/>
              </a:lnSpc>
              <a:spcBef>
                <a:spcPts val="500"/>
              </a:spcBef>
              <a:spcAft>
                <a:spcPts val="0"/>
              </a:spcAft>
              <a:buClr>
                <a:schemeClr val="dk1"/>
              </a:buClr>
              <a:buSzPts val="1800"/>
              <a:buNone/>
              <a:defRPr sz="1800"/>
            </a:lvl3pPr>
            <a:lvl4pPr indent="-228600" lvl="3" marL="1828800" algn="l">
              <a:lnSpc>
                <a:spcPct val="120000"/>
              </a:lnSpc>
              <a:spcBef>
                <a:spcPts val="500"/>
              </a:spcBef>
              <a:spcAft>
                <a:spcPts val="0"/>
              </a:spcAft>
              <a:buClr>
                <a:schemeClr val="dk1"/>
              </a:buClr>
              <a:buSzPts val="1600"/>
              <a:buNone/>
              <a:defRPr sz="1600"/>
            </a:lvl4pPr>
            <a:lvl5pPr indent="-228600" lvl="4" marL="2286000" algn="l">
              <a:lnSpc>
                <a:spcPct val="12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7" name="Google Shape;457;p67"/>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8" name="Google Shape;458;p67"/>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1"/>
                </a:solidFill>
                <a:latin typeface="Avenir"/>
                <a:ea typeface="Avenir"/>
                <a:cs typeface="Avenir"/>
                <a:sym typeface="Avenir"/>
              </a:defRPr>
            </a:lvl1pPr>
            <a:lvl2pPr indent="0" lvl="1" marL="0" algn="r">
              <a:spcBef>
                <a:spcPts val="0"/>
              </a:spcBef>
              <a:buNone/>
              <a:defRPr b="0" i="0" sz="800" u="none" cap="none" strike="noStrike">
                <a:solidFill>
                  <a:schemeClr val="dk1"/>
                </a:solidFill>
                <a:latin typeface="Avenir"/>
                <a:ea typeface="Avenir"/>
                <a:cs typeface="Avenir"/>
                <a:sym typeface="Avenir"/>
              </a:defRPr>
            </a:lvl2pPr>
            <a:lvl3pPr indent="0" lvl="2" marL="0" algn="r">
              <a:spcBef>
                <a:spcPts val="0"/>
              </a:spcBef>
              <a:buNone/>
              <a:defRPr b="0" i="0" sz="800" u="none" cap="none" strike="noStrike">
                <a:solidFill>
                  <a:schemeClr val="dk1"/>
                </a:solidFill>
                <a:latin typeface="Avenir"/>
                <a:ea typeface="Avenir"/>
                <a:cs typeface="Avenir"/>
                <a:sym typeface="Avenir"/>
              </a:defRPr>
            </a:lvl3pPr>
            <a:lvl4pPr indent="0" lvl="3" marL="0" algn="r">
              <a:spcBef>
                <a:spcPts val="0"/>
              </a:spcBef>
              <a:buNone/>
              <a:defRPr b="0" i="0" sz="800" u="none" cap="none" strike="noStrike">
                <a:solidFill>
                  <a:schemeClr val="dk1"/>
                </a:solidFill>
                <a:latin typeface="Avenir"/>
                <a:ea typeface="Avenir"/>
                <a:cs typeface="Avenir"/>
                <a:sym typeface="Avenir"/>
              </a:defRPr>
            </a:lvl4pPr>
            <a:lvl5pPr indent="0" lvl="4" marL="0" algn="r">
              <a:spcBef>
                <a:spcPts val="0"/>
              </a:spcBef>
              <a:buNone/>
              <a:defRPr b="0" i="0" sz="800" u="none" cap="none" strike="noStrike">
                <a:solidFill>
                  <a:schemeClr val="dk1"/>
                </a:solidFill>
                <a:latin typeface="Avenir"/>
                <a:ea typeface="Avenir"/>
                <a:cs typeface="Avenir"/>
                <a:sym typeface="Avenir"/>
              </a:defRPr>
            </a:lvl5pPr>
            <a:lvl6pPr indent="0" lvl="5" marL="0" algn="r">
              <a:spcBef>
                <a:spcPts val="0"/>
              </a:spcBef>
              <a:buNone/>
              <a:defRPr b="0" i="0" sz="800" u="none" cap="none" strike="noStrike">
                <a:solidFill>
                  <a:schemeClr val="dk1"/>
                </a:solidFill>
                <a:latin typeface="Avenir"/>
                <a:ea typeface="Avenir"/>
                <a:cs typeface="Avenir"/>
                <a:sym typeface="Avenir"/>
              </a:defRPr>
            </a:lvl6pPr>
            <a:lvl7pPr indent="0" lvl="6" marL="0" algn="r">
              <a:spcBef>
                <a:spcPts val="0"/>
              </a:spcBef>
              <a:buNone/>
              <a:defRPr b="0" i="0" sz="800" u="none" cap="none" strike="noStrike">
                <a:solidFill>
                  <a:schemeClr val="dk1"/>
                </a:solidFill>
                <a:latin typeface="Avenir"/>
                <a:ea typeface="Avenir"/>
                <a:cs typeface="Avenir"/>
                <a:sym typeface="Avenir"/>
              </a:defRPr>
            </a:lvl7pPr>
            <a:lvl8pPr indent="0" lvl="7" marL="0" algn="r">
              <a:spcBef>
                <a:spcPts val="0"/>
              </a:spcBef>
              <a:buNone/>
              <a:defRPr b="0" i="0" sz="800" u="none" cap="none" strike="noStrike">
                <a:solidFill>
                  <a:schemeClr val="dk1"/>
                </a:solidFill>
                <a:latin typeface="Avenir"/>
                <a:ea typeface="Avenir"/>
                <a:cs typeface="Avenir"/>
                <a:sym typeface="Avenir"/>
              </a:defRPr>
            </a:lvl8pPr>
            <a:lvl9pPr indent="0" lvl="8" mar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type="title">
  <p:cSld name="TITLE">
    <p:bg>
      <p:bgPr>
        <a:solidFill>
          <a:schemeClr val="dk1"/>
        </a:solidFill>
      </p:bgPr>
    </p:bg>
    <p:spTree>
      <p:nvGrpSpPr>
        <p:cNvPr id="467" name="Shape 467"/>
        <p:cNvGrpSpPr/>
        <p:nvPr/>
      </p:nvGrpSpPr>
      <p:grpSpPr>
        <a:xfrm>
          <a:off x="0" y="0"/>
          <a:ext cx="0" cy="0"/>
          <a:chOff x="0" y="0"/>
          <a:chExt cx="0" cy="0"/>
        </a:xfrm>
      </p:grpSpPr>
      <p:sp>
        <p:nvSpPr>
          <p:cNvPr id="468" name="Google Shape;468;p20"/>
          <p:cNvSpPr/>
          <p:nvPr/>
        </p:nvSpPr>
        <p:spPr>
          <a:xfrm rot="10800000">
            <a:off x="-14413" y="0"/>
            <a:ext cx="12224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469" name="Google Shape;469;p20"/>
          <p:cNvSpPr/>
          <p:nvPr/>
        </p:nvSpPr>
        <p:spPr>
          <a:xfrm flipH="1" rot="10800000">
            <a:off x="-7227" y="-4978"/>
            <a:ext cx="12217500" cy="6865500"/>
          </a:xfrm>
          <a:prstGeom prst="rect">
            <a:avLst/>
          </a:prstGeom>
          <a:gradFill>
            <a:gsLst>
              <a:gs pos="0">
                <a:srgbClr val="FF411C">
                  <a:alpha val="65882"/>
                </a:srgbClr>
              </a:gs>
              <a:gs pos="99000">
                <a:srgbClr val="962077"/>
              </a:gs>
              <a:gs pos="100000">
                <a:srgbClr val="962077"/>
              </a:gs>
            </a:gsLst>
            <a:lin ang="480012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470" name="Google Shape;470;p20"/>
          <p:cNvSpPr/>
          <p:nvPr/>
        </p:nvSpPr>
        <p:spPr>
          <a:xfrm>
            <a:off x="-25514" y="-5045"/>
            <a:ext cx="12217500" cy="6865500"/>
          </a:xfrm>
          <a:prstGeom prst="rect">
            <a:avLst/>
          </a:prstGeom>
          <a:gradFill>
            <a:gsLst>
              <a:gs pos="0">
                <a:srgbClr val="FA0036">
                  <a:alpha val="3921"/>
                </a:srgbClr>
              </a:gs>
              <a:gs pos="99000">
                <a:srgbClr val="92248E">
                  <a:alpha val="98039"/>
                </a:srgbClr>
              </a:gs>
              <a:gs pos="100000">
                <a:srgbClr val="92248E">
                  <a:alpha val="98039"/>
                </a:srgbClr>
              </a:gs>
            </a:gsLst>
            <a:lin ang="1679992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471" name="Google Shape;471;p20"/>
          <p:cNvSpPr/>
          <p:nvPr/>
        </p:nvSpPr>
        <p:spPr>
          <a:xfrm rot="5400000">
            <a:off x="3802799" y="-3817197"/>
            <a:ext cx="4572000" cy="12206400"/>
          </a:xfrm>
          <a:prstGeom prst="rect">
            <a:avLst/>
          </a:prstGeom>
          <a:gradFill>
            <a:gsLst>
              <a:gs pos="0">
                <a:srgbClr val="D861D4">
                  <a:alpha val="0"/>
                </a:srgbClr>
              </a:gs>
              <a:gs pos="100000">
                <a:srgbClr val="FF7037">
                  <a:alpha val="65882"/>
                </a:srgbClr>
              </a:gs>
            </a:gsLst>
            <a:lin ang="300012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472" name="Google Shape;472;p20"/>
          <p:cNvSpPr/>
          <p:nvPr/>
        </p:nvSpPr>
        <p:spPr>
          <a:xfrm rot="2369077">
            <a:off x="1027037" y="609481"/>
            <a:ext cx="5005732" cy="5005732"/>
          </a:xfrm>
          <a:prstGeom prst="ellipse">
            <a:avLst/>
          </a:prstGeom>
          <a:gradFill>
            <a:gsLst>
              <a:gs pos="0">
                <a:srgbClr val="FF907A">
                  <a:alpha val="0"/>
                </a:srgbClr>
              </a:gs>
              <a:gs pos="31000">
                <a:srgbClr val="FF907A">
                  <a:alpha val="0"/>
                </a:srgbClr>
              </a:gs>
              <a:gs pos="85000">
                <a:srgbClr val="FFBCAF">
                  <a:alpha val="20000"/>
                </a:srgbClr>
              </a:gs>
              <a:gs pos="100000">
                <a:srgbClr val="FFBCAF">
                  <a:alpha val="20000"/>
                </a:srgbClr>
              </a:gs>
            </a:gsLst>
            <a:lin ang="113999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73" name="Google Shape;473;p20"/>
          <p:cNvSpPr/>
          <p:nvPr/>
        </p:nvSpPr>
        <p:spPr>
          <a:xfrm flipH="1" rot="-5400000">
            <a:off x="-1913447" y="1896475"/>
            <a:ext cx="6860400" cy="3062400"/>
          </a:xfrm>
          <a:prstGeom prst="rect">
            <a:avLst/>
          </a:prstGeom>
          <a:gradFill>
            <a:gsLst>
              <a:gs pos="0">
                <a:srgbClr val="FA0036">
                  <a:alpha val="61960"/>
                </a:srgbClr>
              </a:gs>
              <a:gs pos="77000">
                <a:srgbClr val="FF907A">
                  <a:alpha val="16078"/>
                </a:srgbClr>
              </a:gs>
              <a:gs pos="100000">
                <a:srgbClr val="FF907A">
                  <a:alpha val="16078"/>
                </a:srgbClr>
              </a:gs>
            </a:gsLst>
            <a:lin ang="239989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venir"/>
              <a:ea typeface="Avenir"/>
              <a:cs typeface="Avenir"/>
              <a:sym typeface="Avenir"/>
            </a:endParaRPr>
          </a:p>
        </p:txBody>
      </p:sp>
      <p:sp>
        <p:nvSpPr>
          <p:cNvPr id="474" name="Google Shape;474;p20"/>
          <p:cNvSpPr txBox="1"/>
          <p:nvPr>
            <p:ph type="ctrTitle"/>
          </p:nvPr>
        </p:nvSpPr>
        <p:spPr>
          <a:xfrm>
            <a:off x="3557016" y="987552"/>
            <a:ext cx="7644300" cy="2944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5400"/>
              <a:buFont typeface="Avenir"/>
              <a:buNone/>
              <a:defRPr sz="5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5" name="Google Shape;475;p20"/>
          <p:cNvSpPr txBox="1"/>
          <p:nvPr>
            <p:ph idx="1" type="subTitle"/>
          </p:nvPr>
        </p:nvSpPr>
        <p:spPr>
          <a:xfrm>
            <a:off x="3538728" y="5294376"/>
            <a:ext cx="7644300" cy="1079100"/>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1000"/>
              </a:spcBef>
              <a:spcAft>
                <a:spcPts val="0"/>
              </a:spcAft>
              <a:buClr>
                <a:schemeClr val="lt1"/>
              </a:buClr>
              <a:buSzPts val="1400"/>
              <a:buNone/>
              <a:defRPr cap="none">
                <a:solidFill>
                  <a:schemeClr val="lt1"/>
                </a:solidFill>
                <a:latin typeface="Avenir"/>
                <a:ea typeface="Avenir"/>
                <a:cs typeface="Avenir"/>
                <a:sym typeface="Avenir"/>
              </a:defRPr>
            </a:lvl1pPr>
            <a:lvl2pPr lvl="1" algn="l">
              <a:lnSpc>
                <a:spcPct val="120000"/>
              </a:lnSpc>
              <a:spcBef>
                <a:spcPts val="500"/>
              </a:spcBef>
              <a:spcAft>
                <a:spcPts val="0"/>
              </a:spcAft>
              <a:buClr>
                <a:schemeClr val="lt1"/>
              </a:buClr>
              <a:buSzPts val="1800"/>
              <a:buChar char="•"/>
              <a:defRPr/>
            </a:lvl2pPr>
            <a:lvl3pPr lvl="2" algn="l">
              <a:lnSpc>
                <a:spcPct val="120000"/>
              </a:lnSpc>
              <a:spcBef>
                <a:spcPts val="500"/>
              </a:spcBef>
              <a:spcAft>
                <a:spcPts val="0"/>
              </a:spcAft>
              <a:buClr>
                <a:schemeClr val="lt1"/>
              </a:buClr>
              <a:buSzPts val="1800"/>
              <a:buChar char="•"/>
              <a:defRPr/>
            </a:lvl3pPr>
            <a:lvl4pPr lvl="3" algn="l">
              <a:lnSpc>
                <a:spcPct val="120000"/>
              </a:lnSpc>
              <a:spcBef>
                <a:spcPts val="500"/>
              </a:spcBef>
              <a:spcAft>
                <a:spcPts val="0"/>
              </a:spcAft>
              <a:buClr>
                <a:schemeClr val="lt1"/>
              </a:buClr>
              <a:buSzPts val="1800"/>
              <a:buChar char="•"/>
              <a:defRPr/>
            </a:lvl4pPr>
            <a:lvl5pPr lvl="4" algn="l">
              <a:lnSpc>
                <a:spcPct val="120000"/>
              </a:lnSpc>
              <a:spcBef>
                <a:spcPts val="500"/>
              </a:spcBef>
              <a:spcAft>
                <a:spcPts val="0"/>
              </a:spcAft>
              <a:buClr>
                <a:schemeClr val="lt1"/>
              </a:buClr>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476" name="Google Shape;476;p20"/>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7" name="Google Shape;477;p20"/>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8" name="Google Shape;478;p20"/>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venir"/>
                <a:ea typeface="Avenir"/>
                <a:cs typeface="Avenir"/>
                <a:sym typeface="Avenir"/>
              </a:defRPr>
            </a:lvl1pPr>
            <a:lvl2pPr indent="0" lvl="1" marL="0" algn="r">
              <a:spcBef>
                <a:spcPts val="0"/>
              </a:spcBef>
              <a:buNone/>
              <a:defRPr b="0" i="0" sz="800" u="none" cap="none" strike="noStrike">
                <a:solidFill>
                  <a:schemeClr val="lt1"/>
                </a:solidFill>
                <a:latin typeface="Avenir"/>
                <a:ea typeface="Avenir"/>
                <a:cs typeface="Avenir"/>
                <a:sym typeface="Avenir"/>
              </a:defRPr>
            </a:lvl2pPr>
            <a:lvl3pPr indent="0" lvl="2" marL="0" algn="r">
              <a:spcBef>
                <a:spcPts val="0"/>
              </a:spcBef>
              <a:buNone/>
              <a:defRPr b="0" i="0" sz="800" u="none" cap="none" strike="noStrike">
                <a:solidFill>
                  <a:schemeClr val="lt1"/>
                </a:solidFill>
                <a:latin typeface="Avenir"/>
                <a:ea typeface="Avenir"/>
                <a:cs typeface="Avenir"/>
                <a:sym typeface="Avenir"/>
              </a:defRPr>
            </a:lvl3pPr>
            <a:lvl4pPr indent="0" lvl="3" marL="0" algn="r">
              <a:spcBef>
                <a:spcPts val="0"/>
              </a:spcBef>
              <a:buNone/>
              <a:defRPr b="0" i="0" sz="800" u="none" cap="none" strike="noStrike">
                <a:solidFill>
                  <a:schemeClr val="lt1"/>
                </a:solidFill>
                <a:latin typeface="Avenir"/>
                <a:ea typeface="Avenir"/>
                <a:cs typeface="Avenir"/>
                <a:sym typeface="Avenir"/>
              </a:defRPr>
            </a:lvl4pPr>
            <a:lvl5pPr indent="0" lvl="4" marL="0" algn="r">
              <a:spcBef>
                <a:spcPts val="0"/>
              </a:spcBef>
              <a:buNone/>
              <a:defRPr b="0" i="0" sz="800" u="none" cap="none" strike="noStrike">
                <a:solidFill>
                  <a:schemeClr val="lt1"/>
                </a:solidFill>
                <a:latin typeface="Avenir"/>
                <a:ea typeface="Avenir"/>
                <a:cs typeface="Avenir"/>
                <a:sym typeface="Avenir"/>
              </a:defRPr>
            </a:lvl5pPr>
            <a:lvl6pPr indent="0" lvl="5" marL="0" algn="r">
              <a:spcBef>
                <a:spcPts val="0"/>
              </a:spcBef>
              <a:buNone/>
              <a:defRPr b="0" i="0" sz="800" u="none" cap="none" strike="noStrike">
                <a:solidFill>
                  <a:schemeClr val="lt1"/>
                </a:solidFill>
                <a:latin typeface="Avenir"/>
                <a:ea typeface="Avenir"/>
                <a:cs typeface="Avenir"/>
                <a:sym typeface="Avenir"/>
              </a:defRPr>
            </a:lvl6pPr>
            <a:lvl7pPr indent="0" lvl="6" marL="0" algn="r">
              <a:spcBef>
                <a:spcPts val="0"/>
              </a:spcBef>
              <a:buNone/>
              <a:defRPr b="0" i="0" sz="800" u="none" cap="none" strike="noStrike">
                <a:solidFill>
                  <a:schemeClr val="lt1"/>
                </a:solidFill>
                <a:latin typeface="Avenir"/>
                <a:ea typeface="Avenir"/>
                <a:cs typeface="Avenir"/>
                <a:sym typeface="Avenir"/>
              </a:defRPr>
            </a:lvl7pPr>
            <a:lvl8pPr indent="0" lvl="7" marL="0" algn="r">
              <a:spcBef>
                <a:spcPts val="0"/>
              </a:spcBef>
              <a:buNone/>
              <a:defRPr b="0" i="0" sz="800" u="none" cap="none" strike="noStrike">
                <a:solidFill>
                  <a:schemeClr val="lt1"/>
                </a:solidFill>
                <a:latin typeface="Avenir"/>
                <a:ea typeface="Avenir"/>
                <a:cs typeface="Avenir"/>
                <a:sym typeface="Avenir"/>
              </a:defRPr>
            </a:lvl8pPr>
            <a:lvl9pPr indent="0" lvl="8" mar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p:nvPr/>
        </p:nvSpPr>
        <p:spPr>
          <a:xfrm flipH="1" rot="10800000">
            <a:off x="0" y="6409882"/>
            <a:ext cx="12192000" cy="448200"/>
          </a:xfrm>
          <a:prstGeom prst="rect">
            <a:avLst/>
          </a:prstGeom>
          <a:gradFill>
            <a:gsLst>
              <a:gs pos="0">
                <a:srgbClr val="FE4A00">
                  <a:alpha val="66666"/>
                </a:srgbClr>
              </a:gs>
              <a:gs pos="62000">
                <a:srgbClr val="FE4A00">
                  <a:alpha val="66666"/>
                </a:srgbClr>
              </a:gs>
              <a:gs pos="100000">
                <a:srgbClr val="DA002F">
                  <a:alpha val="84705"/>
                </a:srgbClr>
              </a:gs>
            </a:gsLst>
            <a:lin ang="59999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 name="Google Shape;11;p16"/>
          <p:cNvSpPr/>
          <p:nvPr/>
        </p:nvSpPr>
        <p:spPr>
          <a:xfrm flipH="1">
            <a:off x="4076698" y="6409937"/>
            <a:ext cx="8115300" cy="448200"/>
          </a:xfrm>
          <a:prstGeom prst="rect">
            <a:avLst/>
          </a:prstGeom>
          <a:gradFill>
            <a:gsLst>
              <a:gs pos="0">
                <a:srgbClr val="E349BB">
                  <a:alpha val="61960"/>
                </a:srgbClr>
              </a:gs>
              <a:gs pos="9000">
                <a:srgbClr val="E349BB">
                  <a:alpha val="61960"/>
                </a:srgbClr>
              </a:gs>
              <a:gs pos="99000">
                <a:srgbClr val="92248E"/>
              </a:gs>
              <a:gs pos="100000">
                <a:srgbClr val="92248E"/>
              </a:gs>
            </a:gsLst>
            <a:lin ang="1440003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2" name="Google Shape;12;p16"/>
          <p:cNvSpPr txBox="1"/>
          <p:nvPr>
            <p:ph type="title"/>
          </p:nvPr>
        </p:nvSpPr>
        <p:spPr>
          <a:xfrm>
            <a:off x="1033272" y="347472"/>
            <a:ext cx="9985200" cy="1326000"/>
          </a:xfrm>
          <a:prstGeom prst="rect">
            <a:avLst/>
          </a:prstGeom>
          <a:noFill/>
          <a:ln>
            <a:noFill/>
          </a:ln>
        </p:spPr>
        <p:txBody>
          <a:bodyPr anchorCtr="0" anchor="b" bIns="45700" lIns="91425" spcFirstLastPara="1" rIns="91425" wrap="square" tIns="45700">
            <a:normAutofit/>
          </a:bodyPr>
          <a:lstStyle>
            <a:lvl1pPr lvl="0" marR="0" algn="l">
              <a:lnSpc>
                <a:spcPct val="90000"/>
              </a:lnSpc>
              <a:spcBef>
                <a:spcPts val="0"/>
              </a:spcBef>
              <a:spcAft>
                <a:spcPts val="0"/>
              </a:spcAft>
              <a:buClr>
                <a:schemeClr val="dk1"/>
              </a:buClr>
              <a:buSzPts val="2800"/>
              <a:buFont typeface="Avenir"/>
              <a:buNone/>
              <a:defRPr b="1" i="0" sz="2800" u="none" cap="none" strike="noStrike">
                <a:solidFill>
                  <a:schemeClr val="dk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6"/>
          <p:cNvSpPr txBox="1"/>
          <p:nvPr>
            <p:ph idx="1" type="body"/>
          </p:nvPr>
        </p:nvSpPr>
        <p:spPr>
          <a:xfrm>
            <a:off x="1033272" y="1837944"/>
            <a:ext cx="9985200" cy="4352400"/>
          </a:xfrm>
          <a:prstGeom prst="rect">
            <a:avLst/>
          </a:prstGeom>
          <a:noFill/>
          <a:ln>
            <a:noFill/>
          </a:ln>
        </p:spPr>
        <p:txBody>
          <a:bodyPr anchorCtr="0" anchor="t" bIns="45700" lIns="91425" spcFirstLastPara="1" rIns="91425" wrap="square" tIns="45700">
            <a:normAutofit/>
          </a:bodyPr>
          <a:lstStyle>
            <a:lvl1pPr indent="-317500" lvl="0" marL="457200" marR="0" algn="l">
              <a:lnSpc>
                <a:spcPct val="120000"/>
              </a:lnSpc>
              <a:spcBef>
                <a:spcPts val="1000"/>
              </a:spcBef>
              <a:spcAft>
                <a:spcPts val="0"/>
              </a:spcAft>
              <a:buClr>
                <a:schemeClr val="dk1"/>
              </a:buClr>
              <a:buSzPts val="1400"/>
              <a:buFont typeface="Arial"/>
              <a:buChar char="•"/>
              <a:defRPr b="0" i="0" sz="1400" u="none" cap="none" strike="noStrike">
                <a:solidFill>
                  <a:schemeClr val="dk1"/>
                </a:solidFill>
                <a:latin typeface="Avenir"/>
                <a:ea typeface="Avenir"/>
                <a:cs typeface="Avenir"/>
                <a:sym typeface="Avenir"/>
              </a:defRPr>
            </a:lvl1pPr>
            <a:lvl2pPr indent="-317500" lvl="1" marL="914400" marR="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venir"/>
                <a:ea typeface="Avenir"/>
                <a:cs typeface="Avenir"/>
                <a:sym typeface="Avenir"/>
              </a:defRPr>
            </a:lvl2pPr>
            <a:lvl3pPr indent="-317500" lvl="2" marL="1371600" marR="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venir"/>
                <a:ea typeface="Avenir"/>
                <a:cs typeface="Avenir"/>
                <a:sym typeface="Avenir"/>
              </a:defRPr>
            </a:lvl3pPr>
            <a:lvl4pPr indent="-317500" lvl="3" marL="1828800" marR="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venir"/>
                <a:ea typeface="Avenir"/>
                <a:cs typeface="Avenir"/>
                <a:sym typeface="Avenir"/>
              </a:defRPr>
            </a:lvl4pPr>
            <a:lvl5pPr indent="-317500" lvl="4" marL="2286000" marR="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venir"/>
                <a:ea typeface="Avenir"/>
                <a:cs typeface="Avenir"/>
                <a:sym typeface="Avenir"/>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4" name="Google Shape;14;p16"/>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1" i="0" sz="800" u="none" cap="none" strike="noStrike">
                <a:solidFill>
                  <a:schemeClr val="dk1"/>
                </a:solidFill>
                <a:latin typeface="Avenir"/>
                <a:ea typeface="Avenir"/>
                <a:cs typeface="Avenir"/>
                <a:sym typeface="Avenir"/>
              </a:defRPr>
            </a:lvl1pPr>
            <a:lvl2pPr lvl="1" marR="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5" name="Google Shape;15;p16"/>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marR="0" algn="r">
              <a:spcBef>
                <a:spcPts val="0"/>
              </a:spcBef>
              <a:spcAft>
                <a:spcPts val="0"/>
              </a:spcAft>
              <a:buSzPts val="1400"/>
              <a:buNone/>
              <a:defRPr b="0" i="0" sz="800" u="none" cap="none" strike="noStrike">
                <a:solidFill>
                  <a:schemeClr val="lt1"/>
                </a:solidFill>
                <a:latin typeface="Avenir"/>
                <a:ea typeface="Avenir"/>
                <a:cs typeface="Avenir"/>
                <a:sym typeface="Avenir"/>
              </a:defRPr>
            </a:lvl1pPr>
            <a:lvl2pPr lvl="1" marR="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6" name="Google Shape;16;p16"/>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800" u="none" cap="none" strike="noStrike">
                <a:solidFill>
                  <a:schemeClr val="lt1"/>
                </a:solidFill>
                <a:latin typeface="Avenir"/>
                <a:ea typeface="Avenir"/>
                <a:cs typeface="Avenir"/>
                <a:sym typeface="Avenir"/>
              </a:defRPr>
            </a:lvl1pPr>
            <a:lvl2pPr indent="0" lvl="1" marL="0" marR="0" algn="r">
              <a:spcBef>
                <a:spcPts val="0"/>
              </a:spcBef>
              <a:buNone/>
              <a:defRPr b="0" i="0" sz="800" u="none" cap="none" strike="noStrike">
                <a:solidFill>
                  <a:schemeClr val="lt1"/>
                </a:solidFill>
                <a:latin typeface="Avenir"/>
                <a:ea typeface="Avenir"/>
                <a:cs typeface="Avenir"/>
                <a:sym typeface="Avenir"/>
              </a:defRPr>
            </a:lvl2pPr>
            <a:lvl3pPr indent="0" lvl="2" marL="0" marR="0" algn="r">
              <a:spcBef>
                <a:spcPts val="0"/>
              </a:spcBef>
              <a:buNone/>
              <a:defRPr b="0" i="0" sz="800" u="none" cap="none" strike="noStrike">
                <a:solidFill>
                  <a:schemeClr val="lt1"/>
                </a:solidFill>
                <a:latin typeface="Avenir"/>
                <a:ea typeface="Avenir"/>
                <a:cs typeface="Avenir"/>
                <a:sym typeface="Avenir"/>
              </a:defRPr>
            </a:lvl3pPr>
            <a:lvl4pPr indent="0" lvl="3" marL="0" marR="0" algn="r">
              <a:spcBef>
                <a:spcPts val="0"/>
              </a:spcBef>
              <a:buNone/>
              <a:defRPr b="0" i="0" sz="800" u="none" cap="none" strike="noStrike">
                <a:solidFill>
                  <a:schemeClr val="lt1"/>
                </a:solidFill>
                <a:latin typeface="Avenir"/>
                <a:ea typeface="Avenir"/>
                <a:cs typeface="Avenir"/>
                <a:sym typeface="Avenir"/>
              </a:defRPr>
            </a:lvl4pPr>
            <a:lvl5pPr indent="0" lvl="4" marL="0" marR="0" algn="r">
              <a:spcBef>
                <a:spcPts val="0"/>
              </a:spcBef>
              <a:buNone/>
              <a:defRPr b="0" i="0" sz="800" u="none" cap="none" strike="noStrike">
                <a:solidFill>
                  <a:schemeClr val="lt1"/>
                </a:solidFill>
                <a:latin typeface="Avenir"/>
                <a:ea typeface="Avenir"/>
                <a:cs typeface="Avenir"/>
                <a:sym typeface="Avenir"/>
              </a:defRPr>
            </a:lvl5pPr>
            <a:lvl6pPr indent="0" lvl="5" marL="0" marR="0" algn="r">
              <a:spcBef>
                <a:spcPts val="0"/>
              </a:spcBef>
              <a:buNone/>
              <a:defRPr b="0" i="0" sz="800" u="none" cap="none" strike="noStrike">
                <a:solidFill>
                  <a:schemeClr val="lt1"/>
                </a:solidFill>
                <a:latin typeface="Avenir"/>
                <a:ea typeface="Avenir"/>
                <a:cs typeface="Avenir"/>
                <a:sym typeface="Avenir"/>
              </a:defRPr>
            </a:lvl6pPr>
            <a:lvl7pPr indent="0" lvl="6" marL="0" marR="0" algn="r">
              <a:spcBef>
                <a:spcPts val="0"/>
              </a:spcBef>
              <a:buNone/>
              <a:defRPr b="0" i="0" sz="800" u="none" cap="none" strike="noStrike">
                <a:solidFill>
                  <a:schemeClr val="lt1"/>
                </a:solidFill>
                <a:latin typeface="Avenir"/>
                <a:ea typeface="Avenir"/>
                <a:cs typeface="Avenir"/>
                <a:sym typeface="Avenir"/>
              </a:defRPr>
            </a:lvl7pPr>
            <a:lvl8pPr indent="0" lvl="7" marL="0" marR="0" algn="r">
              <a:spcBef>
                <a:spcPts val="0"/>
              </a:spcBef>
              <a:buNone/>
              <a:defRPr b="0" i="0" sz="800" u="none" cap="none" strike="noStrike">
                <a:solidFill>
                  <a:schemeClr val="lt1"/>
                </a:solidFill>
                <a:latin typeface="Avenir"/>
                <a:ea typeface="Avenir"/>
                <a:cs typeface="Avenir"/>
                <a:sym typeface="Avenir"/>
              </a:defRPr>
            </a:lvl8pPr>
            <a:lvl9pPr indent="0" lvl="8" marL="0" marR="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9" name="Shape 459"/>
        <p:cNvGrpSpPr/>
        <p:nvPr/>
      </p:nvGrpSpPr>
      <p:grpSpPr>
        <a:xfrm>
          <a:off x="0" y="0"/>
          <a:ext cx="0" cy="0"/>
          <a:chOff x="0" y="0"/>
          <a:chExt cx="0" cy="0"/>
        </a:xfrm>
      </p:grpSpPr>
      <p:sp>
        <p:nvSpPr>
          <p:cNvPr id="460" name="Google Shape;460;p18"/>
          <p:cNvSpPr/>
          <p:nvPr/>
        </p:nvSpPr>
        <p:spPr>
          <a:xfrm flipH="1" rot="10800000">
            <a:off x="0" y="6409882"/>
            <a:ext cx="12192000" cy="448200"/>
          </a:xfrm>
          <a:prstGeom prst="rect">
            <a:avLst/>
          </a:prstGeom>
          <a:gradFill>
            <a:gsLst>
              <a:gs pos="0">
                <a:srgbClr val="FE4A00">
                  <a:alpha val="66666"/>
                </a:srgbClr>
              </a:gs>
              <a:gs pos="62000">
                <a:srgbClr val="FE4A00">
                  <a:alpha val="66666"/>
                </a:srgbClr>
              </a:gs>
              <a:gs pos="100000">
                <a:srgbClr val="DA002F">
                  <a:alpha val="84705"/>
                </a:srgbClr>
              </a:gs>
            </a:gsLst>
            <a:lin ang="59999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61" name="Google Shape;461;p18"/>
          <p:cNvSpPr/>
          <p:nvPr/>
        </p:nvSpPr>
        <p:spPr>
          <a:xfrm flipH="1">
            <a:off x="4076698" y="6409937"/>
            <a:ext cx="8115300" cy="448200"/>
          </a:xfrm>
          <a:prstGeom prst="rect">
            <a:avLst/>
          </a:prstGeom>
          <a:gradFill>
            <a:gsLst>
              <a:gs pos="0">
                <a:srgbClr val="E349BB">
                  <a:alpha val="61960"/>
                </a:srgbClr>
              </a:gs>
              <a:gs pos="9000">
                <a:srgbClr val="E349BB">
                  <a:alpha val="61960"/>
                </a:srgbClr>
              </a:gs>
              <a:gs pos="99000">
                <a:srgbClr val="92248E"/>
              </a:gs>
              <a:gs pos="100000">
                <a:srgbClr val="92248E"/>
              </a:gs>
            </a:gsLst>
            <a:lin ang="1440003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62" name="Google Shape;462;p18"/>
          <p:cNvSpPr txBox="1"/>
          <p:nvPr>
            <p:ph type="title"/>
          </p:nvPr>
        </p:nvSpPr>
        <p:spPr>
          <a:xfrm>
            <a:off x="1033272" y="347472"/>
            <a:ext cx="9985200" cy="1326000"/>
          </a:xfrm>
          <a:prstGeom prst="rect">
            <a:avLst/>
          </a:prstGeom>
          <a:noFill/>
          <a:ln>
            <a:noFill/>
          </a:ln>
        </p:spPr>
        <p:txBody>
          <a:bodyPr anchorCtr="0" anchor="b" bIns="45700" lIns="91425" spcFirstLastPara="1" rIns="91425" wrap="square" tIns="45700">
            <a:normAutofit/>
          </a:bodyPr>
          <a:lstStyle>
            <a:lvl1pPr lvl="0" marR="0" algn="l">
              <a:lnSpc>
                <a:spcPct val="90000"/>
              </a:lnSpc>
              <a:spcBef>
                <a:spcPts val="0"/>
              </a:spcBef>
              <a:spcAft>
                <a:spcPts val="0"/>
              </a:spcAft>
              <a:buClr>
                <a:schemeClr val="lt1"/>
              </a:buClr>
              <a:buSzPts val="2800"/>
              <a:buFont typeface="Avenir"/>
              <a:buNone/>
              <a:defRPr b="1" i="0" sz="2800" u="none" cap="none" strike="noStrike">
                <a:solidFill>
                  <a:schemeClr val="lt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63" name="Google Shape;463;p18"/>
          <p:cNvSpPr txBox="1"/>
          <p:nvPr>
            <p:ph idx="1" type="body"/>
          </p:nvPr>
        </p:nvSpPr>
        <p:spPr>
          <a:xfrm>
            <a:off x="1033272" y="1837944"/>
            <a:ext cx="9985200" cy="4352400"/>
          </a:xfrm>
          <a:prstGeom prst="rect">
            <a:avLst/>
          </a:prstGeom>
          <a:noFill/>
          <a:ln>
            <a:noFill/>
          </a:ln>
        </p:spPr>
        <p:txBody>
          <a:bodyPr anchorCtr="0" anchor="t" bIns="45700" lIns="91425" spcFirstLastPara="1" rIns="91425" wrap="square" tIns="45700">
            <a:normAutofit/>
          </a:bodyPr>
          <a:lstStyle>
            <a:lvl1pPr indent="-317500" lvl="0" marL="457200" marR="0" algn="l">
              <a:lnSpc>
                <a:spcPct val="120000"/>
              </a:lnSpc>
              <a:spcBef>
                <a:spcPts val="1000"/>
              </a:spcBef>
              <a:spcAft>
                <a:spcPts val="0"/>
              </a:spcAft>
              <a:buClr>
                <a:schemeClr val="lt1"/>
              </a:buClr>
              <a:buSzPts val="1400"/>
              <a:buFont typeface="Arial"/>
              <a:buChar char="•"/>
              <a:defRPr b="0" i="0" sz="1400" u="none" cap="none" strike="noStrike">
                <a:solidFill>
                  <a:schemeClr val="lt1"/>
                </a:solidFill>
                <a:latin typeface="Avenir"/>
                <a:ea typeface="Avenir"/>
                <a:cs typeface="Avenir"/>
                <a:sym typeface="Avenir"/>
              </a:defRPr>
            </a:lvl1pPr>
            <a:lvl2pPr indent="-317500" lvl="1" marL="914400" marR="0" algn="l">
              <a:lnSpc>
                <a:spcPct val="120000"/>
              </a:lnSpc>
              <a:spcBef>
                <a:spcPts val="500"/>
              </a:spcBef>
              <a:spcAft>
                <a:spcPts val="0"/>
              </a:spcAft>
              <a:buClr>
                <a:schemeClr val="lt1"/>
              </a:buClr>
              <a:buSzPts val="1400"/>
              <a:buFont typeface="Arial"/>
              <a:buChar char="•"/>
              <a:defRPr b="0" i="0" sz="1400" u="none" cap="none" strike="noStrike">
                <a:solidFill>
                  <a:schemeClr val="lt1"/>
                </a:solidFill>
                <a:latin typeface="Avenir"/>
                <a:ea typeface="Avenir"/>
                <a:cs typeface="Avenir"/>
                <a:sym typeface="Avenir"/>
              </a:defRPr>
            </a:lvl2pPr>
            <a:lvl3pPr indent="-317500" lvl="2" marL="1371600" marR="0" algn="l">
              <a:lnSpc>
                <a:spcPct val="120000"/>
              </a:lnSpc>
              <a:spcBef>
                <a:spcPts val="500"/>
              </a:spcBef>
              <a:spcAft>
                <a:spcPts val="0"/>
              </a:spcAft>
              <a:buClr>
                <a:schemeClr val="lt1"/>
              </a:buClr>
              <a:buSzPts val="1400"/>
              <a:buFont typeface="Arial"/>
              <a:buChar char="•"/>
              <a:defRPr b="0" i="0" sz="1400" u="none" cap="none" strike="noStrike">
                <a:solidFill>
                  <a:schemeClr val="lt1"/>
                </a:solidFill>
                <a:latin typeface="Avenir"/>
                <a:ea typeface="Avenir"/>
                <a:cs typeface="Avenir"/>
                <a:sym typeface="Avenir"/>
              </a:defRPr>
            </a:lvl3pPr>
            <a:lvl4pPr indent="-317500" lvl="3" marL="1828800" marR="0" algn="l">
              <a:lnSpc>
                <a:spcPct val="120000"/>
              </a:lnSpc>
              <a:spcBef>
                <a:spcPts val="500"/>
              </a:spcBef>
              <a:spcAft>
                <a:spcPts val="0"/>
              </a:spcAft>
              <a:buClr>
                <a:schemeClr val="lt1"/>
              </a:buClr>
              <a:buSzPts val="1400"/>
              <a:buFont typeface="Arial"/>
              <a:buChar char="•"/>
              <a:defRPr b="0" i="0" sz="1400" u="none" cap="none" strike="noStrike">
                <a:solidFill>
                  <a:schemeClr val="lt1"/>
                </a:solidFill>
                <a:latin typeface="Avenir"/>
                <a:ea typeface="Avenir"/>
                <a:cs typeface="Avenir"/>
                <a:sym typeface="Avenir"/>
              </a:defRPr>
            </a:lvl4pPr>
            <a:lvl5pPr indent="-317500" lvl="4" marL="2286000" marR="0" algn="l">
              <a:lnSpc>
                <a:spcPct val="120000"/>
              </a:lnSpc>
              <a:spcBef>
                <a:spcPts val="500"/>
              </a:spcBef>
              <a:spcAft>
                <a:spcPts val="0"/>
              </a:spcAft>
              <a:buClr>
                <a:schemeClr val="lt1"/>
              </a:buClr>
              <a:buSzPts val="1400"/>
              <a:buFont typeface="Arial"/>
              <a:buChar char="•"/>
              <a:defRPr b="0" i="0" sz="1400" u="none" cap="none" strike="noStrike">
                <a:solidFill>
                  <a:schemeClr val="lt1"/>
                </a:solidFill>
                <a:latin typeface="Avenir"/>
                <a:ea typeface="Avenir"/>
                <a:cs typeface="Avenir"/>
                <a:sym typeface="Avenir"/>
              </a:defRPr>
            </a:lvl5pPr>
            <a:lvl6pPr indent="-342900" lvl="5" marL="2743200" marR="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venir"/>
                <a:ea typeface="Avenir"/>
                <a:cs typeface="Avenir"/>
                <a:sym typeface="Avenir"/>
              </a:defRPr>
            </a:lvl6pPr>
            <a:lvl7pPr indent="-342900" lvl="6" marL="3200400" marR="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venir"/>
                <a:ea typeface="Avenir"/>
                <a:cs typeface="Avenir"/>
                <a:sym typeface="Avenir"/>
              </a:defRPr>
            </a:lvl7pPr>
            <a:lvl8pPr indent="-342900" lvl="7" marL="3657600" marR="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venir"/>
                <a:ea typeface="Avenir"/>
                <a:cs typeface="Avenir"/>
                <a:sym typeface="Avenir"/>
              </a:defRPr>
            </a:lvl8pPr>
            <a:lvl9pPr indent="-342900" lvl="8" marL="4114800" marR="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venir"/>
                <a:ea typeface="Avenir"/>
                <a:cs typeface="Avenir"/>
                <a:sym typeface="Avenir"/>
              </a:defRPr>
            </a:lvl9pPr>
          </a:lstStyle>
          <a:p/>
        </p:txBody>
      </p:sp>
      <p:sp>
        <p:nvSpPr>
          <p:cNvPr id="464" name="Google Shape;464;p18"/>
          <p:cNvSpPr txBox="1"/>
          <p:nvPr>
            <p:ph idx="11" type="ftr"/>
          </p:nvPr>
        </p:nvSpPr>
        <p:spPr>
          <a:xfrm rot="5400000">
            <a:off x="-1581924" y="1682568"/>
            <a:ext cx="3557100" cy="3657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1" i="0" sz="800" u="none" cap="none" strike="noStrike">
                <a:solidFill>
                  <a:schemeClr val="lt1"/>
                </a:solidFill>
                <a:latin typeface="Avenir"/>
                <a:ea typeface="Avenir"/>
                <a:cs typeface="Avenir"/>
                <a:sym typeface="Avenir"/>
              </a:defRPr>
            </a:lvl1pPr>
            <a:lvl2pPr lvl="1" marR="0" algn="l">
              <a:spcBef>
                <a:spcPts val="0"/>
              </a:spcBef>
              <a:spcAft>
                <a:spcPts val="0"/>
              </a:spcAft>
              <a:buSzPts val="1400"/>
              <a:buNone/>
              <a:defRPr b="0" i="0" sz="1800" u="none" cap="none" strike="noStrike">
                <a:solidFill>
                  <a:schemeClr val="lt1"/>
                </a:solidFill>
                <a:latin typeface="Avenir"/>
                <a:ea typeface="Avenir"/>
                <a:cs typeface="Avenir"/>
                <a:sym typeface="Avenir"/>
              </a:defRPr>
            </a:lvl2pPr>
            <a:lvl3pPr lvl="2" marR="0" algn="l">
              <a:spcBef>
                <a:spcPts val="0"/>
              </a:spcBef>
              <a:spcAft>
                <a:spcPts val="0"/>
              </a:spcAft>
              <a:buSzPts val="1400"/>
              <a:buNone/>
              <a:defRPr b="0" i="0" sz="1800" u="none" cap="none" strike="noStrike">
                <a:solidFill>
                  <a:schemeClr val="lt1"/>
                </a:solidFill>
                <a:latin typeface="Avenir"/>
                <a:ea typeface="Avenir"/>
                <a:cs typeface="Avenir"/>
                <a:sym typeface="Avenir"/>
              </a:defRPr>
            </a:lvl3pPr>
            <a:lvl4pPr lvl="3" marR="0" algn="l">
              <a:spcBef>
                <a:spcPts val="0"/>
              </a:spcBef>
              <a:spcAft>
                <a:spcPts val="0"/>
              </a:spcAft>
              <a:buSzPts val="1400"/>
              <a:buNone/>
              <a:defRPr b="0" i="0" sz="1800" u="none" cap="none" strike="noStrike">
                <a:solidFill>
                  <a:schemeClr val="lt1"/>
                </a:solidFill>
                <a:latin typeface="Avenir"/>
                <a:ea typeface="Avenir"/>
                <a:cs typeface="Avenir"/>
                <a:sym typeface="Avenir"/>
              </a:defRPr>
            </a:lvl4pPr>
            <a:lvl5pPr lvl="4" marR="0" algn="l">
              <a:spcBef>
                <a:spcPts val="0"/>
              </a:spcBef>
              <a:spcAft>
                <a:spcPts val="0"/>
              </a:spcAft>
              <a:buSzPts val="1400"/>
              <a:buNone/>
              <a:defRPr b="0" i="0" sz="1800" u="none" cap="none" strike="noStrike">
                <a:solidFill>
                  <a:schemeClr val="lt1"/>
                </a:solidFill>
                <a:latin typeface="Avenir"/>
                <a:ea typeface="Avenir"/>
                <a:cs typeface="Avenir"/>
                <a:sym typeface="Avenir"/>
              </a:defRPr>
            </a:lvl5pPr>
            <a:lvl6pPr lvl="5" marR="0" algn="l">
              <a:spcBef>
                <a:spcPts val="0"/>
              </a:spcBef>
              <a:spcAft>
                <a:spcPts val="0"/>
              </a:spcAft>
              <a:buSzPts val="1400"/>
              <a:buNone/>
              <a:defRPr b="0" i="0" sz="1800" u="none" cap="none" strike="noStrike">
                <a:solidFill>
                  <a:schemeClr val="lt1"/>
                </a:solidFill>
                <a:latin typeface="Avenir"/>
                <a:ea typeface="Avenir"/>
                <a:cs typeface="Avenir"/>
                <a:sym typeface="Avenir"/>
              </a:defRPr>
            </a:lvl6pPr>
            <a:lvl7pPr lvl="6" marR="0" algn="l">
              <a:spcBef>
                <a:spcPts val="0"/>
              </a:spcBef>
              <a:spcAft>
                <a:spcPts val="0"/>
              </a:spcAft>
              <a:buSzPts val="1400"/>
              <a:buNone/>
              <a:defRPr b="0" i="0" sz="1800" u="none" cap="none" strike="noStrike">
                <a:solidFill>
                  <a:schemeClr val="lt1"/>
                </a:solidFill>
                <a:latin typeface="Avenir"/>
                <a:ea typeface="Avenir"/>
                <a:cs typeface="Avenir"/>
                <a:sym typeface="Avenir"/>
              </a:defRPr>
            </a:lvl7pPr>
            <a:lvl8pPr lvl="7" marR="0" algn="l">
              <a:spcBef>
                <a:spcPts val="0"/>
              </a:spcBef>
              <a:spcAft>
                <a:spcPts val="0"/>
              </a:spcAft>
              <a:buSzPts val="1400"/>
              <a:buNone/>
              <a:defRPr b="0" i="0" sz="1800" u="none" cap="none" strike="noStrike">
                <a:solidFill>
                  <a:schemeClr val="lt1"/>
                </a:solidFill>
                <a:latin typeface="Avenir"/>
                <a:ea typeface="Avenir"/>
                <a:cs typeface="Avenir"/>
                <a:sym typeface="Avenir"/>
              </a:defRPr>
            </a:lvl8pPr>
            <a:lvl9pPr lvl="8" marR="0" algn="l">
              <a:spcBef>
                <a:spcPts val="0"/>
              </a:spcBef>
              <a:spcAft>
                <a:spcPts val="0"/>
              </a:spcAft>
              <a:buSzPts val="1400"/>
              <a:buNone/>
              <a:defRPr b="0" i="0" sz="1800" u="none" cap="none" strike="noStrike">
                <a:solidFill>
                  <a:schemeClr val="lt1"/>
                </a:solidFill>
                <a:latin typeface="Avenir"/>
                <a:ea typeface="Avenir"/>
                <a:cs typeface="Avenir"/>
                <a:sym typeface="Avenir"/>
              </a:defRPr>
            </a:lvl9pPr>
          </a:lstStyle>
          <a:p/>
        </p:txBody>
      </p:sp>
      <p:sp>
        <p:nvSpPr>
          <p:cNvPr id="465" name="Google Shape;465;p18"/>
          <p:cNvSpPr txBox="1"/>
          <p:nvPr>
            <p:ph idx="10" type="dt"/>
          </p:nvPr>
        </p:nvSpPr>
        <p:spPr>
          <a:xfrm>
            <a:off x="6922008" y="6455664"/>
            <a:ext cx="4672500" cy="365700"/>
          </a:xfrm>
          <a:prstGeom prst="rect">
            <a:avLst/>
          </a:prstGeom>
          <a:noFill/>
          <a:ln>
            <a:noFill/>
          </a:ln>
        </p:spPr>
        <p:txBody>
          <a:bodyPr anchorCtr="0" anchor="ctr" bIns="45700" lIns="91425" spcFirstLastPara="1" rIns="91425" wrap="square" tIns="45700">
            <a:noAutofit/>
          </a:bodyPr>
          <a:lstStyle>
            <a:lvl1pPr lvl="0" marR="0" algn="r">
              <a:spcBef>
                <a:spcPts val="0"/>
              </a:spcBef>
              <a:spcAft>
                <a:spcPts val="0"/>
              </a:spcAft>
              <a:buSzPts val="1400"/>
              <a:buNone/>
              <a:defRPr b="0" i="0" sz="800" u="none" cap="none" strike="noStrike">
                <a:solidFill>
                  <a:schemeClr val="dk1"/>
                </a:solidFill>
                <a:latin typeface="Avenir"/>
                <a:ea typeface="Avenir"/>
                <a:cs typeface="Avenir"/>
                <a:sym typeface="Avenir"/>
              </a:defRPr>
            </a:lvl1pPr>
            <a:lvl2pPr lvl="1" marR="0" algn="l">
              <a:spcBef>
                <a:spcPts val="0"/>
              </a:spcBef>
              <a:spcAft>
                <a:spcPts val="0"/>
              </a:spcAft>
              <a:buSzPts val="1400"/>
              <a:buNone/>
              <a:defRPr b="0" i="0" sz="1800" u="none" cap="none" strike="noStrike">
                <a:solidFill>
                  <a:schemeClr val="lt1"/>
                </a:solidFill>
                <a:latin typeface="Avenir"/>
                <a:ea typeface="Avenir"/>
                <a:cs typeface="Avenir"/>
                <a:sym typeface="Avenir"/>
              </a:defRPr>
            </a:lvl2pPr>
            <a:lvl3pPr lvl="2" marR="0" algn="l">
              <a:spcBef>
                <a:spcPts val="0"/>
              </a:spcBef>
              <a:spcAft>
                <a:spcPts val="0"/>
              </a:spcAft>
              <a:buSzPts val="1400"/>
              <a:buNone/>
              <a:defRPr b="0" i="0" sz="1800" u="none" cap="none" strike="noStrike">
                <a:solidFill>
                  <a:schemeClr val="lt1"/>
                </a:solidFill>
                <a:latin typeface="Avenir"/>
                <a:ea typeface="Avenir"/>
                <a:cs typeface="Avenir"/>
                <a:sym typeface="Avenir"/>
              </a:defRPr>
            </a:lvl3pPr>
            <a:lvl4pPr lvl="3" marR="0" algn="l">
              <a:spcBef>
                <a:spcPts val="0"/>
              </a:spcBef>
              <a:spcAft>
                <a:spcPts val="0"/>
              </a:spcAft>
              <a:buSzPts val="1400"/>
              <a:buNone/>
              <a:defRPr b="0" i="0" sz="1800" u="none" cap="none" strike="noStrike">
                <a:solidFill>
                  <a:schemeClr val="lt1"/>
                </a:solidFill>
                <a:latin typeface="Avenir"/>
                <a:ea typeface="Avenir"/>
                <a:cs typeface="Avenir"/>
                <a:sym typeface="Avenir"/>
              </a:defRPr>
            </a:lvl4pPr>
            <a:lvl5pPr lvl="4" marR="0" algn="l">
              <a:spcBef>
                <a:spcPts val="0"/>
              </a:spcBef>
              <a:spcAft>
                <a:spcPts val="0"/>
              </a:spcAft>
              <a:buSzPts val="1400"/>
              <a:buNone/>
              <a:defRPr b="0" i="0" sz="1800" u="none" cap="none" strike="noStrike">
                <a:solidFill>
                  <a:schemeClr val="lt1"/>
                </a:solidFill>
                <a:latin typeface="Avenir"/>
                <a:ea typeface="Avenir"/>
                <a:cs typeface="Avenir"/>
                <a:sym typeface="Avenir"/>
              </a:defRPr>
            </a:lvl5pPr>
            <a:lvl6pPr lvl="5" marR="0" algn="l">
              <a:spcBef>
                <a:spcPts val="0"/>
              </a:spcBef>
              <a:spcAft>
                <a:spcPts val="0"/>
              </a:spcAft>
              <a:buSzPts val="1400"/>
              <a:buNone/>
              <a:defRPr b="0" i="0" sz="1800" u="none" cap="none" strike="noStrike">
                <a:solidFill>
                  <a:schemeClr val="lt1"/>
                </a:solidFill>
                <a:latin typeface="Avenir"/>
                <a:ea typeface="Avenir"/>
                <a:cs typeface="Avenir"/>
                <a:sym typeface="Avenir"/>
              </a:defRPr>
            </a:lvl6pPr>
            <a:lvl7pPr lvl="6" marR="0" algn="l">
              <a:spcBef>
                <a:spcPts val="0"/>
              </a:spcBef>
              <a:spcAft>
                <a:spcPts val="0"/>
              </a:spcAft>
              <a:buSzPts val="1400"/>
              <a:buNone/>
              <a:defRPr b="0" i="0" sz="1800" u="none" cap="none" strike="noStrike">
                <a:solidFill>
                  <a:schemeClr val="lt1"/>
                </a:solidFill>
                <a:latin typeface="Avenir"/>
                <a:ea typeface="Avenir"/>
                <a:cs typeface="Avenir"/>
                <a:sym typeface="Avenir"/>
              </a:defRPr>
            </a:lvl7pPr>
            <a:lvl8pPr lvl="7" marR="0" algn="l">
              <a:spcBef>
                <a:spcPts val="0"/>
              </a:spcBef>
              <a:spcAft>
                <a:spcPts val="0"/>
              </a:spcAft>
              <a:buSzPts val="1400"/>
              <a:buNone/>
              <a:defRPr b="0" i="0" sz="1800" u="none" cap="none" strike="noStrike">
                <a:solidFill>
                  <a:schemeClr val="lt1"/>
                </a:solidFill>
                <a:latin typeface="Avenir"/>
                <a:ea typeface="Avenir"/>
                <a:cs typeface="Avenir"/>
                <a:sym typeface="Avenir"/>
              </a:defRPr>
            </a:lvl8pPr>
            <a:lvl9pPr lvl="8" marR="0" algn="l">
              <a:spcBef>
                <a:spcPts val="0"/>
              </a:spcBef>
              <a:spcAft>
                <a:spcPts val="0"/>
              </a:spcAft>
              <a:buSzPts val="1400"/>
              <a:buNone/>
              <a:defRPr b="0" i="0" sz="1800" u="none" cap="none" strike="noStrike">
                <a:solidFill>
                  <a:schemeClr val="lt1"/>
                </a:solidFill>
                <a:latin typeface="Avenir"/>
                <a:ea typeface="Avenir"/>
                <a:cs typeface="Avenir"/>
                <a:sym typeface="Avenir"/>
              </a:defRPr>
            </a:lvl9pPr>
          </a:lstStyle>
          <a:p/>
        </p:txBody>
      </p:sp>
      <p:sp>
        <p:nvSpPr>
          <p:cNvPr id="466" name="Google Shape;466;p18"/>
          <p:cNvSpPr txBox="1"/>
          <p:nvPr>
            <p:ph idx="12" type="sldNum"/>
          </p:nvPr>
        </p:nvSpPr>
        <p:spPr>
          <a:xfrm>
            <a:off x="11576304" y="6455664"/>
            <a:ext cx="548700" cy="3657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800" u="none" cap="none" strike="noStrike">
                <a:solidFill>
                  <a:schemeClr val="dk1"/>
                </a:solidFill>
                <a:latin typeface="Avenir"/>
                <a:ea typeface="Avenir"/>
                <a:cs typeface="Avenir"/>
                <a:sym typeface="Avenir"/>
              </a:defRPr>
            </a:lvl1pPr>
            <a:lvl2pPr indent="0" lvl="1" marL="0" marR="0" algn="r">
              <a:spcBef>
                <a:spcPts val="0"/>
              </a:spcBef>
              <a:buNone/>
              <a:defRPr b="0" i="0" sz="800" u="none" cap="none" strike="noStrike">
                <a:solidFill>
                  <a:schemeClr val="dk1"/>
                </a:solidFill>
                <a:latin typeface="Avenir"/>
                <a:ea typeface="Avenir"/>
                <a:cs typeface="Avenir"/>
                <a:sym typeface="Avenir"/>
              </a:defRPr>
            </a:lvl2pPr>
            <a:lvl3pPr indent="0" lvl="2" marL="0" marR="0" algn="r">
              <a:spcBef>
                <a:spcPts val="0"/>
              </a:spcBef>
              <a:buNone/>
              <a:defRPr b="0" i="0" sz="800" u="none" cap="none" strike="noStrike">
                <a:solidFill>
                  <a:schemeClr val="dk1"/>
                </a:solidFill>
                <a:latin typeface="Avenir"/>
                <a:ea typeface="Avenir"/>
                <a:cs typeface="Avenir"/>
                <a:sym typeface="Avenir"/>
              </a:defRPr>
            </a:lvl3pPr>
            <a:lvl4pPr indent="0" lvl="3" marL="0" marR="0" algn="r">
              <a:spcBef>
                <a:spcPts val="0"/>
              </a:spcBef>
              <a:buNone/>
              <a:defRPr b="0" i="0" sz="800" u="none" cap="none" strike="noStrike">
                <a:solidFill>
                  <a:schemeClr val="dk1"/>
                </a:solidFill>
                <a:latin typeface="Avenir"/>
                <a:ea typeface="Avenir"/>
                <a:cs typeface="Avenir"/>
                <a:sym typeface="Avenir"/>
              </a:defRPr>
            </a:lvl4pPr>
            <a:lvl5pPr indent="0" lvl="4" marL="0" marR="0" algn="r">
              <a:spcBef>
                <a:spcPts val="0"/>
              </a:spcBef>
              <a:buNone/>
              <a:defRPr b="0" i="0" sz="800" u="none" cap="none" strike="noStrike">
                <a:solidFill>
                  <a:schemeClr val="dk1"/>
                </a:solidFill>
                <a:latin typeface="Avenir"/>
                <a:ea typeface="Avenir"/>
                <a:cs typeface="Avenir"/>
                <a:sym typeface="Avenir"/>
              </a:defRPr>
            </a:lvl5pPr>
            <a:lvl6pPr indent="0" lvl="5" marL="0" marR="0" algn="r">
              <a:spcBef>
                <a:spcPts val="0"/>
              </a:spcBef>
              <a:buNone/>
              <a:defRPr b="0" i="0" sz="800" u="none" cap="none" strike="noStrike">
                <a:solidFill>
                  <a:schemeClr val="dk1"/>
                </a:solidFill>
                <a:latin typeface="Avenir"/>
                <a:ea typeface="Avenir"/>
                <a:cs typeface="Avenir"/>
                <a:sym typeface="Avenir"/>
              </a:defRPr>
            </a:lvl6pPr>
            <a:lvl7pPr indent="0" lvl="6" marL="0" marR="0" algn="r">
              <a:spcBef>
                <a:spcPts val="0"/>
              </a:spcBef>
              <a:buNone/>
              <a:defRPr b="0" i="0" sz="800" u="none" cap="none" strike="noStrike">
                <a:solidFill>
                  <a:schemeClr val="dk1"/>
                </a:solidFill>
                <a:latin typeface="Avenir"/>
                <a:ea typeface="Avenir"/>
                <a:cs typeface="Avenir"/>
                <a:sym typeface="Avenir"/>
              </a:defRPr>
            </a:lvl7pPr>
            <a:lvl8pPr indent="0" lvl="7" marL="0" marR="0" algn="r">
              <a:spcBef>
                <a:spcPts val="0"/>
              </a:spcBef>
              <a:buNone/>
              <a:defRPr b="0" i="0" sz="800" u="none" cap="none" strike="noStrike">
                <a:solidFill>
                  <a:schemeClr val="dk1"/>
                </a:solidFill>
                <a:latin typeface="Avenir"/>
                <a:ea typeface="Avenir"/>
                <a:cs typeface="Avenir"/>
                <a:sym typeface="Avenir"/>
              </a:defRPr>
            </a:lvl8pPr>
            <a:lvl9pPr indent="0" lvl="8" marL="0" marR="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9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xml"/><Relationship Id="rId3" Type="http://schemas.openxmlformats.org/officeDocument/2006/relationships/image" Target="../media/image2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32.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9.jpg"/><Relationship Id="rId4"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1"/>
          <p:cNvSpPr/>
          <p:nvPr/>
        </p:nvSpPr>
        <p:spPr>
          <a:xfrm>
            <a:off x="-31750" y="-44450"/>
            <a:ext cx="12192000" cy="66258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485" name="Google Shape;485;p1"/>
          <p:cNvSpPr txBox="1"/>
          <p:nvPr>
            <p:ph type="title"/>
          </p:nvPr>
        </p:nvSpPr>
        <p:spPr>
          <a:xfrm>
            <a:off x="722001" y="2541275"/>
            <a:ext cx="5551800" cy="2454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t/>
            </a:r>
            <a:endParaRPr>
              <a:solidFill>
                <a:schemeClr val="lt1"/>
              </a:solidFill>
            </a:endParaRPr>
          </a:p>
          <a:p>
            <a:pPr indent="0" lvl="0" marL="0" rtl="0" algn="l">
              <a:lnSpc>
                <a:spcPct val="90000"/>
              </a:lnSpc>
              <a:spcBef>
                <a:spcPts val="0"/>
              </a:spcBef>
              <a:spcAft>
                <a:spcPts val="0"/>
              </a:spcAft>
              <a:buClr>
                <a:schemeClr val="dk1"/>
              </a:buClr>
              <a:buSzPts val="4400"/>
              <a:buFont typeface="Avenir"/>
              <a:buNone/>
            </a:pPr>
            <a:r>
              <a:rPr lang="en-US">
                <a:solidFill>
                  <a:schemeClr val="lt1"/>
                </a:solidFill>
              </a:rPr>
              <a:t>– Proof of Concept</a:t>
            </a:r>
            <a:endParaRPr>
              <a:solidFill>
                <a:schemeClr val="lt1"/>
              </a:solidFill>
            </a:endParaRPr>
          </a:p>
        </p:txBody>
      </p:sp>
      <p:sp>
        <p:nvSpPr>
          <p:cNvPr id="486" name="Google Shape;486;p1"/>
          <p:cNvSpPr txBox="1"/>
          <p:nvPr>
            <p:ph idx="1" type="body"/>
          </p:nvPr>
        </p:nvSpPr>
        <p:spPr>
          <a:xfrm>
            <a:off x="6407150" y="2922270"/>
            <a:ext cx="4325100" cy="24597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15000"/>
              </a:lnSpc>
              <a:spcBef>
                <a:spcPts val="1200"/>
              </a:spcBef>
              <a:spcAft>
                <a:spcPts val="0"/>
              </a:spcAft>
              <a:buNone/>
            </a:pPr>
            <a:r>
              <a:t/>
            </a:r>
            <a:endParaRPr sz="1100">
              <a:solidFill>
                <a:schemeClr val="lt1"/>
              </a:solidFill>
            </a:endParaRPr>
          </a:p>
          <a:p>
            <a:pPr indent="-334328" lvl="0" marL="457200" rtl="0" algn="l">
              <a:lnSpc>
                <a:spcPct val="115000"/>
              </a:lnSpc>
              <a:spcBef>
                <a:spcPts val="1200"/>
              </a:spcBef>
              <a:spcAft>
                <a:spcPts val="0"/>
              </a:spcAft>
              <a:buClr>
                <a:schemeClr val="lt1"/>
              </a:buClr>
              <a:buSzPct val="100000"/>
              <a:buFont typeface="Avenir"/>
              <a:buChar char="●"/>
            </a:pPr>
            <a:r>
              <a:rPr lang="en-US" sz="1800">
                <a:solidFill>
                  <a:schemeClr val="lt1"/>
                </a:solidFill>
              </a:rPr>
              <a:t>Team Name: </a:t>
            </a:r>
            <a:r>
              <a:rPr lang="en-US" sz="1800">
                <a:solidFill>
                  <a:schemeClr val="lt1"/>
                </a:solidFill>
              </a:rPr>
              <a:t>Asteroid</a:t>
            </a:r>
            <a:r>
              <a:rPr lang="en-US" sz="1800">
                <a:solidFill>
                  <a:schemeClr val="lt1"/>
                </a:solidFill>
              </a:rPr>
              <a:t> Destroyers</a:t>
            </a:r>
            <a:endParaRPr sz="1800">
              <a:solidFill>
                <a:schemeClr val="lt1"/>
              </a:solidFill>
            </a:endParaRPr>
          </a:p>
          <a:p>
            <a:pPr indent="0" lvl="0" marL="457200" rtl="0" algn="l">
              <a:lnSpc>
                <a:spcPct val="115000"/>
              </a:lnSpc>
              <a:spcBef>
                <a:spcPts val="1200"/>
              </a:spcBef>
              <a:spcAft>
                <a:spcPts val="0"/>
              </a:spcAft>
              <a:buNone/>
            </a:pPr>
            <a:r>
              <a:rPr lang="en-US" sz="1800">
                <a:solidFill>
                  <a:schemeClr val="lt1"/>
                </a:solidFill>
              </a:rPr>
              <a:t>Contributors</a:t>
            </a:r>
            <a:r>
              <a:rPr lang="en-US" sz="1800">
                <a:solidFill>
                  <a:schemeClr val="lt1"/>
                </a:solidFill>
              </a:rPr>
              <a:t>: Emilia Mahmoodi, Andy Moughalian, Roee Palmon, Christian Rusanovsky, Novali Plascencia</a:t>
            </a:r>
            <a:endParaRPr sz="1800">
              <a:solidFill>
                <a:schemeClr val="lt1"/>
              </a:solidFill>
            </a:endParaRPr>
          </a:p>
          <a:p>
            <a:pPr indent="-334328" lvl="0" marL="457200" rtl="0" algn="l">
              <a:lnSpc>
                <a:spcPct val="115000"/>
              </a:lnSpc>
              <a:spcBef>
                <a:spcPts val="1200"/>
              </a:spcBef>
              <a:spcAft>
                <a:spcPts val="0"/>
              </a:spcAft>
              <a:buClr>
                <a:schemeClr val="lt1"/>
              </a:buClr>
              <a:buSzPct val="100000"/>
              <a:buFont typeface="Avenir"/>
              <a:buChar char="●"/>
            </a:pPr>
            <a:r>
              <a:rPr lang="en-US" sz="1800">
                <a:solidFill>
                  <a:schemeClr val="lt1"/>
                </a:solidFill>
              </a:rPr>
              <a:t>May 14, 2026 </a:t>
            </a:r>
            <a:endParaRPr sz="1800">
              <a:solidFill>
                <a:schemeClr val="lt1"/>
              </a:solidFill>
            </a:endParaRPr>
          </a:p>
          <a:p>
            <a:pPr indent="0" lvl="0" marL="0" rtl="0" algn="l">
              <a:lnSpc>
                <a:spcPct val="120000"/>
              </a:lnSpc>
              <a:spcBef>
                <a:spcPts val="1200"/>
              </a:spcBef>
              <a:spcAft>
                <a:spcPts val="0"/>
              </a:spcAft>
              <a:buClr>
                <a:schemeClr val="dk1"/>
              </a:buClr>
              <a:buSzPct val="181818"/>
              <a:buNone/>
            </a:pPr>
            <a:r>
              <a:t/>
            </a:r>
            <a:endParaRPr sz="1100">
              <a:solidFill>
                <a:schemeClr val="lt1"/>
              </a:solidFill>
              <a:latin typeface="Arial"/>
              <a:ea typeface="Arial"/>
              <a:cs typeface="Arial"/>
              <a:sym typeface="Arial"/>
            </a:endParaRPr>
          </a:p>
        </p:txBody>
      </p:sp>
      <p:pic>
        <p:nvPicPr>
          <p:cNvPr id="487" name="Google Shape;487;p1"/>
          <p:cNvPicPr preferRelativeResize="0"/>
          <p:nvPr/>
        </p:nvPicPr>
        <p:blipFill>
          <a:blip r:embed="rId3">
            <a:alphaModFix/>
          </a:blip>
          <a:stretch>
            <a:fillRect/>
          </a:stretch>
        </p:blipFill>
        <p:spPr>
          <a:xfrm>
            <a:off x="2826863" y="474075"/>
            <a:ext cx="6538275" cy="1396950"/>
          </a:xfrm>
          <a:prstGeom prst="rect">
            <a:avLst/>
          </a:prstGeom>
          <a:noFill/>
          <a:ln>
            <a:noFill/>
          </a:ln>
        </p:spPr>
      </p:pic>
      <p:sp>
        <p:nvSpPr>
          <p:cNvPr id="488" name="Google Shape;488;p1"/>
          <p:cNvSpPr/>
          <p:nvPr/>
        </p:nvSpPr>
        <p:spPr>
          <a:xfrm>
            <a:off x="4074575" y="6412500"/>
            <a:ext cx="80856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489" name="Google Shape;489;p1"/>
          <p:cNvSpPr/>
          <p:nvPr/>
        </p:nvSpPr>
        <p:spPr>
          <a:xfrm>
            <a:off x="0" y="6412500"/>
            <a:ext cx="40746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485"/>
                                        </p:tgtEl>
                                        <p:attrNameLst>
                                          <p:attrName>style.visibility</p:attrName>
                                        </p:attrNameLst>
                                      </p:cBhvr>
                                      <p:to>
                                        <p:strVal val="visible"/>
                                      </p:to>
                                    </p:set>
                                    <p:animEffect filter="fade" transition="in">
                                      <p:cBhvr>
                                        <p:cTn dur="1000"/>
                                        <p:tgtEl>
                                          <p:spTgt spid="485"/>
                                        </p:tgtEl>
                                      </p:cBhvr>
                                    </p:animEffect>
                                  </p:childTnLst>
                                </p:cTn>
                              </p:par>
                              <p:par>
                                <p:cTn fill="hold" nodeType="withEffect" presetClass="entr" presetID="10" presetSubtype="0">
                                  <p:stCondLst>
                                    <p:cond delay="1000"/>
                                  </p:stCondLst>
                                  <p:childTnLst>
                                    <p:set>
                                      <p:cBhvr>
                                        <p:cTn dur="1" fill="hold">
                                          <p:stCondLst>
                                            <p:cond delay="0"/>
                                          </p:stCondLst>
                                        </p:cTn>
                                        <p:tgtEl>
                                          <p:spTgt spid="486">
                                            <p:txEl>
                                              <p:pRg end="0" st="0"/>
                                            </p:txEl>
                                          </p:spTgt>
                                        </p:tgtEl>
                                        <p:attrNameLst>
                                          <p:attrName>style.visibility</p:attrName>
                                        </p:attrNameLst>
                                      </p:cBhvr>
                                      <p:to>
                                        <p:strVal val="visible"/>
                                      </p:to>
                                    </p:set>
                                    <p:animEffect filter="fade" transition="in">
                                      <p:cBhvr>
                                        <p:cTn dur="1000"/>
                                        <p:tgtEl>
                                          <p:spTgt spid="486">
                                            <p:txEl>
                                              <p:pRg end="0" st="0"/>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86">
                                            <p:txEl>
                                              <p:pRg end="1" st="1"/>
                                            </p:txEl>
                                          </p:spTgt>
                                        </p:tgtEl>
                                        <p:attrNameLst>
                                          <p:attrName>style.visibility</p:attrName>
                                        </p:attrNameLst>
                                      </p:cBhvr>
                                      <p:to>
                                        <p:strVal val="visible"/>
                                      </p:to>
                                    </p:set>
                                    <p:animEffect filter="fade" transition="in">
                                      <p:cBhvr>
                                        <p:cTn dur="1000"/>
                                        <p:tgtEl>
                                          <p:spTgt spid="486">
                                            <p:txEl>
                                              <p:pRg end="1" st="1"/>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86">
                                            <p:txEl>
                                              <p:pRg end="2" st="2"/>
                                            </p:txEl>
                                          </p:spTgt>
                                        </p:tgtEl>
                                        <p:attrNameLst>
                                          <p:attrName>style.visibility</p:attrName>
                                        </p:attrNameLst>
                                      </p:cBhvr>
                                      <p:to>
                                        <p:strVal val="visible"/>
                                      </p:to>
                                    </p:set>
                                    <p:animEffect filter="fade" transition="in">
                                      <p:cBhvr>
                                        <p:cTn dur="1000"/>
                                        <p:tgtEl>
                                          <p:spTgt spid="486">
                                            <p:txEl>
                                              <p:pRg end="2" st="2"/>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86">
                                            <p:txEl>
                                              <p:pRg end="3" st="3"/>
                                            </p:txEl>
                                          </p:spTgt>
                                        </p:tgtEl>
                                        <p:attrNameLst>
                                          <p:attrName>style.visibility</p:attrName>
                                        </p:attrNameLst>
                                      </p:cBhvr>
                                      <p:to>
                                        <p:strVal val="visible"/>
                                      </p:to>
                                    </p:set>
                                    <p:animEffect filter="fade" transition="in">
                                      <p:cBhvr>
                                        <p:cTn dur="1000"/>
                                        <p:tgtEl>
                                          <p:spTgt spid="486">
                                            <p:txEl>
                                              <p:pRg end="3" st="3"/>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86">
                                            <p:txEl>
                                              <p:pRg end="4" st="4"/>
                                            </p:txEl>
                                          </p:spTgt>
                                        </p:tgtEl>
                                        <p:attrNameLst>
                                          <p:attrName>style.visibility</p:attrName>
                                        </p:attrNameLst>
                                      </p:cBhvr>
                                      <p:to>
                                        <p:strVal val="visible"/>
                                      </p:to>
                                    </p:set>
                                    <p:animEffect filter="fade" transition="in">
                                      <p:cBhvr>
                                        <p:cTn dur="1000"/>
                                        <p:tgtEl>
                                          <p:spTgt spid="486">
                                            <p:txEl>
                                              <p:pRg end="4" st="4"/>
                                            </p:txEl>
                                          </p:spTgt>
                                        </p:tgtEl>
                                      </p:cBhvr>
                                    </p:animEffect>
                                  </p:childTnLst>
                                </p:cTn>
                              </p:par>
                              <p:par>
                                <p:cTn fill="hold" nodeType="withEffect" presetClass="entr" presetID="10" presetSubtype="0">
                                  <p:stCondLst>
                                    <p:cond delay="250"/>
                                  </p:stCondLst>
                                  <p:childTnLst>
                                    <p:set>
                                      <p:cBhvr>
                                        <p:cTn dur="1" fill="hold">
                                          <p:stCondLst>
                                            <p:cond delay="0"/>
                                          </p:stCondLst>
                                        </p:cTn>
                                        <p:tgtEl>
                                          <p:spTgt spid="486"/>
                                        </p:tgtEl>
                                        <p:attrNameLst>
                                          <p:attrName>style.visibility</p:attrName>
                                        </p:attrNameLst>
                                      </p:cBhvr>
                                      <p:to>
                                        <p:strVal val="visible"/>
                                      </p:to>
                                    </p:set>
                                    <p:animEffect filter="fade" transition="in">
                                      <p:cBhvr>
                                        <p:cTn dur="250"/>
                                        <p:tgtEl>
                                          <p:spTgt spid="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22A"/>
        </a:solidFill>
      </p:bgPr>
    </p:bg>
    <p:spTree>
      <p:nvGrpSpPr>
        <p:cNvPr id="494" name="Shape 494"/>
        <p:cNvGrpSpPr/>
        <p:nvPr/>
      </p:nvGrpSpPr>
      <p:grpSpPr>
        <a:xfrm>
          <a:off x="0" y="0"/>
          <a:ext cx="0" cy="0"/>
          <a:chOff x="0" y="0"/>
          <a:chExt cx="0" cy="0"/>
        </a:xfrm>
      </p:grpSpPr>
      <p:pic>
        <p:nvPicPr>
          <p:cNvPr id="495" name="Google Shape;495;p2" title="ee5b060d9d44a0d4bbc6b6c0593e820c.jpg"/>
          <p:cNvPicPr preferRelativeResize="0"/>
          <p:nvPr/>
        </p:nvPicPr>
        <p:blipFill rotWithShape="1">
          <a:blip r:embed="rId3">
            <a:alphaModFix/>
          </a:blip>
          <a:srcRect b="70864" l="50125" r="0" t="0"/>
          <a:stretch/>
        </p:blipFill>
        <p:spPr>
          <a:xfrm>
            <a:off x="0" y="0"/>
            <a:ext cx="12192000" cy="6858001"/>
          </a:xfrm>
          <a:prstGeom prst="rect">
            <a:avLst/>
          </a:prstGeom>
          <a:noFill/>
          <a:ln>
            <a:noFill/>
          </a:ln>
        </p:spPr>
      </p:pic>
      <p:sp>
        <p:nvSpPr>
          <p:cNvPr id="496" name="Google Shape;496;p2"/>
          <p:cNvSpPr txBox="1"/>
          <p:nvPr>
            <p:ph type="ctrTitle"/>
          </p:nvPr>
        </p:nvSpPr>
        <p:spPr>
          <a:xfrm>
            <a:off x="3167116" y="1362827"/>
            <a:ext cx="7644300" cy="29445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venir"/>
              <a:buNone/>
            </a:pPr>
            <a:r>
              <a:rPr lang="en-US"/>
              <a:t>FINAL YEAR CS PROJECT – POC PRESENTATION</a:t>
            </a: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496"/>
                                        </p:tgtEl>
                                        <p:attrNameLst>
                                          <p:attrName>style.visibility</p:attrName>
                                        </p:attrNameLst>
                                      </p:cBhvr>
                                      <p:to>
                                        <p:strVal val="visible"/>
                                      </p:to>
                                    </p:set>
                                    <p:animEffect filter="fade" transition="in">
                                      <p:cBhvr>
                                        <p:cTn dur="400"/>
                                        <p:tgtEl>
                                          <p:spTgt spid="4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
          <p:cNvSpPr/>
          <p:nvPr/>
        </p:nvSpPr>
        <p:spPr>
          <a:xfrm>
            <a:off x="-31750" y="-44450"/>
            <a:ext cx="12192000" cy="67251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503" name="Google Shape;503;p3"/>
          <p:cNvSpPr txBox="1"/>
          <p:nvPr>
            <p:ph type="title"/>
          </p:nvPr>
        </p:nvSpPr>
        <p:spPr>
          <a:xfrm>
            <a:off x="8174725" y="491375"/>
            <a:ext cx="3808200" cy="11979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venir"/>
              <a:buNone/>
            </a:pPr>
            <a:r>
              <a:rPr lang="en-US">
                <a:solidFill>
                  <a:schemeClr val="lt1"/>
                </a:solidFill>
              </a:rPr>
              <a:t>What is summArIze?</a:t>
            </a:r>
            <a:endParaRPr>
              <a:solidFill>
                <a:schemeClr val="lt1"/>
              </a:solidFill>
            </a:endParaRPr>
          </a:p>
        </p:txBody>
      </p:sp>
      <p:pic>
        <p:nvPicPr>
          <p:cNvPr descr="Young business people holding board meeting. Young businesswoman is talking to them, as they all are looking at her. They are in closed room, away from the rest of the offices, because of confidentiality of data. On the wall there is TV, but they don't use it as it is off, but she has tablet in front of her, where she keep all information she need to tell them." id="504" name="Google Shape;504;p3"/>
          <p:cNvPicPr preferRelativeResize="0"/>
          <p:nvPr>
            <p:ph idx="2" type="pic"/>
          </p:nvPr>
        </p:nvPicPr>
        <p:blipFill rotWithShape="1">
          <a:blip r:embed="rId3">
            <a:alphaModFix/>
          </a:blip>
          <a:srcRect b="-1" l="27769" r="-1" t="0"/>
          <a:stretch/>
        </p:blipFill>
        <p:spPr>
          <a:xfrm>
            <a:off x="603504" y="603504"/>
            <a:ext cx="6681111" cy="5202936"/>
          </a:xfrm>
          <a:prstGeom prst="rect">
            <a:avLst/>
          </a:prstGeom>
          <a:noFill/>
          <a:ln>
            <a:noFill/>
          </a:ln>
        </p:spPr>
      </p:pic>
      <p:sp>
        <p:nvSpPr>
          <p:cNvPr id="505" name="Google Shape;505;p3"/>
          <p:cNvSpPr txBox="1"/>
          <p:nvPr>
            <p:ph idx="1" type="body"/>
          </p:nvPr>
        </p:nvSpPr>
        <p:spPr>
          <a:xfrm>
            <a:off x="8174736" y="1856232"/>
            <a:ext cx="3401568" cy="404164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95"/>
              <a:buFont typeface="Arial"/>
              <a:buNone/>
            </a:pPr>
            <a:r>
              <a:t/>
            </a:r>
            <a:endParaRPr sz="1495">
              <a:solidFill>
                <a:schemeClr val="lt1"/>
              </a:solidFill>
            </a:endParaRPr>
          </a:p>
          <a:p>
            <a:pPr indent="0" lvl="0" marL="0" rtl="0" algn="l">
              <a:lnSpc>
                <a:spcPct val="100000"/>
              </a:lnSpc>
              <a:spcBef>
                <a:spcPts val="500"/>
              </a:spcBef>
              <a:spcAft>
                <a:spcPts val="0"/>
              </a:spcAft>
              <a:buClr>
                <a:schemeClr val="dk1"/>
              </a:buClr>
              <a:buSzPts val="1018"/>
              <a:buFont typeface="Arial"/>
              <a:buNone/>
            </a:pPr>
            <a:r>
              <a:rPr lang="en-US" sz="1495">
                <a:solidFill>
                  <a:schemeClr val="lt1"/>
                </a:solidFill>
              </a:rPr>
              <a:t>Our app uses AI to summarize text, videos, and lectures, create quick study guides, and generate quizzes so students can learn faster, understand better, and study more efficiently.</a:t>
            </a:r>
            <a:endParaRPr sz="1495">
              <a:solidFill>
                <a:schemeClr val="lt1"/>
              </a:solidFill>
            </a:endParaRPr>
          </a:p>
          <a:p>
            <a:pPr indent="0" lvl="0" marL="0" rtl="0" algn="l">
              <a:lnSpc>
                <a:spcPct val="100000"/>
              </a:lnSpc>
              <a:spcBef>
                <a:spcPts val="2500"/>
              </a:spcBef>
              <a:spcAft>
                <a:spcPts val="0"/>
              </a:spcAft>
              <a:buClr>
                <a:schemeClr val="dk1"/>
              </a:buClr>
              <a:buSzPts val="1295"/>
              <a:buFont typeface="Arial"/>
              <a:buNone/>
            </a:pPr>
            <a:r>
              <a:t/>
            </a:r>
            <a:endParaRPr sz="1495">
              <a:solidFill>
                <a:schemeClr val="lt1"/>
              </a:solidFill>
            </a:endParaRPr>
          </a:p>
          <a:p>
            <a:pPr indent="0" lvl="1" marL="0" rtl="0" algn="l">
              <a:lnSpc>
                <a:spcPct val="100000"/>
              </a:lnSpc>
              <a:spcBef>
                <a:spcPts val="500"/>
              </a:spcBef>
              <a:spcAft>
                <a:spcPts val="0"/>
              </a:spcAft>
              <a:buClr>
                <a:schemeClr val="dk1"/>
              </a:buClr>
              <a:buSzPts val="1295"/>
              <a:buFont typeface="Arial"/>
              <a:buNone/>
            </a:pPr>
            <a:r>
              <a:rPr lang="en-US" sz="1495">
                <a:solidFill>
                  <a:schemeClr val="lt1"/>
                </a:solidFill>
              </a:rPr>
              <a:t>Emilia Mahmoodi		</a:t>
            </a:r>
            <a:endParaRPr sz="1495">
              <a:solidFill>
                <a:schemeClr val="lt1"/>
              </a:solidFill>
            </a:endParaRPr>
          </a:p>
          <a:p>
            <a:pPr indent="0" lvl="1" marL="0" rtl="0" algn="l">
              <a:lnSpc>
                <a:spcPct val="100000"/>
              </a:lnSpc>
              <a:spcBef>
                <a:spcPts val="500"/>
              </a:spcBef>
              <a:spcAft>
                <a:spcPts val="0"/>
              </a:spcAft>
              <a:buClr>
                <a:schemeClr val="dk1"/>
              </a:buClr>
              <a:buSzPts val="1295"/>
              <a:buFont typeface="Arial"/>
              <a:buNone/>
            </a:pPr>
            <a:r>
              <a:rPr lang="en-US" sz="1495">
                <a:solidFill>
                  <a:schemeClr val="lt1"/>
                </a:solidFill>
              </a:rPr>
              <a:t>Andy Moughalian</a:t>
            </a:r>
            <a:endParaRPr sz="1495">
              <a:solidFill>
                <a:schemeClr val="lt1"/>
              </a:solidFill>
            </a:endParaRPr>
          </a:p>
          <a:p>
            <a:pPr indent="0" lvl="1" marL="0" rtl="0" algn="l">
              <a:lnSpc>
                <a:spcPct val="100000"/>
              </a:lnSpc>
              <a:spcBef>
                <a:spcPts val="500"/>
              </a:spcBef>
              <a:spcAft>
                <a:spcPts val="0"/>
              </a:spcAft>
              <a:buClr>
                <a:schemeClr val="dk1"/>
              </a:buClr>
              <a:buSzPts val="1295"/>
              <a:buFont typeface="Arial"/>
              <a:buNone/>
            </a:pPr>
            <a:r>
              <a:rPr lang="en-US" sz="1495">
                <a:solidFill>
                  <a:schemeClr val="lt1"/>
                </a:solidFill>
              </a:rPr>
              <a:t>Roee Palmon</a:t>
            </a:r>
            <a:endParaRPr sz="1495">
              <a:solidFill>
                <a:schemeClr val="lt1"/>
              </a:solidFill>
            </a:endParaRPr>
          </a:p>
          <a:p>
            <a:pPr indent="0" lvl="1" marL="0" rtl="0" algn="l">
              <a:lnSpc>
                <a:spcPct val="100000"/>
              </a:lnSpc>
              <a:spcBef>
                <a:spcPts val="500"/>
              </a:spcBef>
              <a:spcAft>
                <a:spcPts val="0"/>
              </a:spcAft>
              <a:buClr>
                <a:schemeClr val="dk1"/>
              </a:buClr>
              <a:buSzPts val="1295"/>
              <a:buFont typeface="Arial"/>
              <a:buNone/>
            </a:pPr>
            <a:r>
              <a:rPr lang="en-US" sz="1495">
                <a:solidFill>
                  <a:schemeClr val="lt1"/>
                </a:solidFill>
              </a:rPr>
              <a:t>Christian Rusanovsky </a:t>
            </a:r>
            <a:endParaRPr sz="1495">
              <a:solidFill>
                <a:schemeClr val="lt1"/>
              </a:solidFill>
            </a:endParaRPr>
          </a:p>
          <a:p>
            <a:pPr indent="0" lvl="1" marL="0" rtl="0" algn="l">
              <a:lnSpc>
                <a:spcPct val="100000"/>
              </a:lnSpc>
              <a:spcBef>
                <a:spcPts val="500"/>
              </a:spcBef>
              <a:spcAft>
                <a:spcPts val="0"/>
              </a:spcAft>
              <a:buClr>
                <a:schemeClr val="dk1"/>
              </a:buClr>
              <a:buSzPts val="1295"/>
              <a:buFont typeface="Arial"/>
              <a:buNone/>
            </a:pPr>
            <a:r>
              <a:rPr lang="en-US" sz="1495">
                <a:solidFill>
                  <a:schemeClr val="lt1"/>
                </a:solidFill>
              </a:rPr>
              <a:t>Novali Plascenci</a:t>
            </a:r>
            <a:r>
              <a:rPr lang="en-US" sz="1495">
                <a:solidFill>
                  <a:schemeClr val="lt1"/>
                </a:solidFill>
              </a:rPr>
              <a:t>a</a:t>
            </a:r>
            <a:endParaRPr sz="1495">
              <a:solidFill>
                <a:schemeClr val="lt1"/>
              </a:solidFill>
            </a:endParaRPr>
          </a:p>
          <a:p>
            <a:pPr indent="0" lvl="1" marL="0" rtl="0" algn="l">
              <a:lnSpc>
                <a:spcPct val="100000"/>
              </a:lnSpc>
              <a:spcBef>
                <a:spcPts val="500"/>
              </a:spcBef>
              <a:spcAft>
                <a:spcPts val="0"/>
              </a:spcAft>
              <a:buClr>
                <a:schemeClr val="dk1"/>
              </a:buClr>
              <a:buSzPts val="1295"/>
              <a:buFont typeface="Arial"/>
              <a:buNone/>
            </a:pPr>
            <a:r>
              <a:t/>
            </a:r>
            <a:endParaRPr sz="1495">
              <a:solidFill>
                <a:schemeClr val="lt1"/>
              </a:solidFill>
            </a:endParaRPr>
          </a:p>
          <a:p>
            <a:pPr indent="0" lvl="1" marL="0" rtl="0" algn="l">
              <a:lnSpc>
                <a:spcPct val="100000"/>
              </a:lnSpc>
              <a:spcBef>
                <a:spcPts val="500"/>
              </a:spcBef>
              <a:spcAft>
                <a:spcPts val="0"/>
              </a:spcAft>
              <a:buClr>
                <a:schemeClr val="dk1"/>
              </a:buClr>
              <a:buSzPts val="1295"/>
              <a:buFont typeface="Arial"/>
              <a:buNone/>
            </a:pPr>
            <a:r>
              <a:rPr lang="en-US" sz="1495">
                <a:solidFill>
                  <a:schemeClr val="lt1"/>
                </a:solidFill>
              </a:rPr>
              <a:t>Instructor: Savita Mittal</a:t>
            </a:r>
            <a:endParaRPr sz="1495">
              <a:solidFill>
                <a:schemeClr val="lt1"/>
              </a:solidFill>
            </a:endParaRPr>
          </a:p>
          <a:p>
            <a:pPr indent="0" lvl="1" marL="0" rtl="0" algn="l">
              <a:lnSpc>
                <a:spcPct val="100000"/>
              </a:lnSpc>
              <a:spcBef>
                <a:spcPts val="500"/>
              </a:spcBef>
              <a:spcAft>
                <a:spcPts val="0"/>
              </a:spcAft>
              <a:buClr>
                <a:schemeClr val="dk1"/>
              </a:buClr>
              <a:buSzPts val="1295"/>
              <a:buFont typeface="Arial"/>
              <a:buNone/>
            </a:pPr>
            <a:r>
              <a:t/>
            </a:r>
            <a:endParaRPr sz="1495">
              <a:solidFill>
                <a:schemeClr val="lt1"/>
              </a:solidFill>
            </a:endParaRPr>
          </a:p>
        </p:txBody>
      </p:sp>
      <p:sp>
        <p:nvSpPr>
          <p:cNvPr id="506" name="Google Shape;506;p3"/>
          <p:cNvSpPr/>
          <p:nvPr/>
        </p:nvSpPr>
        <p:spPr>
          <a:xfrm>
            <a:off x="-36501" y="6412500"/>
            <a:ext cx="73212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507" name="Google Shape;507;p3"/>
          <p:cNvSpPr/>
          <p:nvPr/>
        </p:nvSpPr>
        <p:spPr>
          <a:xfrm>
            <a:off x="7284625" y="6412500"/>
            <a:ext cx="49074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05"/>
                                        </p:tgtEl>
                                        <p:attrNameLst>
                                          <p:attrName>style.visibility</p:attrName>
                                        </p:attrNameLst>
                                      </p:cBhvr>
                                      <p:to>
                                        <p:strVal val="visible"/>
                                      </p:to>
                                    </p:set>
                                    <p:animEffect filter="fade" transition="in">
                                      <p:cBhvr>
                                        <p:cTn dur="250"/>
                                        <p:tgtEl>
                                          <p:spTgt spid="5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
          <p:cNvSpPr/>
          <p:nvPr/>
        </p:nvSpPr>
        <p:spPr>
          <a:xfrm>
            <a:off x="-31750" y="-44450"/>
            <a:ext cx="12192000" cy="66657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514" name="Google Shape;514;p4"/>
          <p:cNvSpPr txBox="1"/>
          <p:nvPr>
            <p:ph type="title"/>
          </p:nvPr>
        </p:nvSpPr>
        <p:spPr>
          <a:xfrm>
            <a:off x="4718304" y="310896"/>
            <a:ext cx="6858000" cy="923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venir"/>
              <a:buNone/>
            </a:pPr>
            <a:r>
              <a:rPr lang="en-US">
                <a:solidFill>
                  <a:schemeClr val="lt1"/>
                </a:solidFill>
              </a:rPr>
              <a:t>Problem Statement</a:t>
            </a:r>
            <a:endParaRPr>
              <a:solidFill>
                <a:schemeClr val="lt1"/>
              </a:solidFill>
            </a:endParaRPr>
          </a:p>
        </p:txBody>
      </p:sp>
      <p:pic>
        <p:nvPicPr>
          <p:cNvPr descr="Red Communication bubbles with copy space are connected each other with black arrows. This image shows the social media, and online communication between people." id="515" name="Google Shape;515;p4"/>
          <p:cNvPicPr preferRelativeResize="0"/>
          <p:nvPr>
            <p:ph idx="2" type="pic"/>
          </p:nvPr>
        </p:nvPicPr>
        <p:blipFill rotWithShape="1">
          <a:blip r:embed="rId3">
            <a:alphaModFix/>
          </a:blip>
          <a:srcRect b="0" l="22634" r="36408" t="0"/>
          <a:stretch/>
        </p:blipFill>
        <p:spPr>
          <a:xfrm>
            <a:off x="603503" y="603504"/>
            <a:ext cx="3192561" cy="5202936"/>
          </a:xfrm>
          <a:prstGeom prst="rect">
            <a:avLst/>
          </a:prstGeom>
          <a:noFill/>
          <a:ln>
            <a:noFill/>
          </a:ln>
        </p:spPr>
      </p:pic>
      <p:sp>
        <p:nvSpPr>
          <p:cNvPr id="516" name="Google Shape;516;p4"/>
          <p:cNvSpPr txBox="1"/>
          <p:nvPr>
            <p:ph idx="1" type="body"/>
          </p:nvPr>
        </p:nvSpPr>
        <p:spPr>
          <a:xfrm>
            <a:off x="4718304" y="1380744"/>
            <a:ext cx="6858000" cy="4608600"/>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15000"/>
              </a:lnSpc>
              <a:spcBef>
                <a:spcPts val="1800"/>
              </a:spcBef>
              <a:spcAft>
                <a:spcPts val="0"/>
              </a:spcAft>
              <a:buClr>
                <a:schemeClr val="dk1"/>
              </a:buClr>
              <a:buSzPct val="49690"/>
              <a:buFont typeface="Arial"/>
              <a:buNone/>
            </a:pPr>
            <a:r>
              <a:rPr b="1" lang="en-US" sz="2214">
                <a:solidFill>
                  <a:schemeClr val="lt1"/>
                </a:solidFill>
                <a:latin typeface="Arial"/>
                <a:ea typeface="Arial"/>
                <a:cs typeface="Arial"/>
                <a:sym typeface="Arial"/>
              </a:rPr>
              <a:t>Main Problem</a:t>
            </a:r>
            <a:endParaRPr b="1" sz="2214">
              <a:solidFill>
                <a:schemeClr val="lt1"/>
              </a:solidFill>
              <a:latin typeface="Arial"/>
              <a:ea typeface="Arial"/>
              <a:cs typeface="Arial"/>
              <a:sym typeface="Arial"/>
            </a:endParaRPr>
          </a:p>
          <a:p>
            <a:pPr indent="0" lvl="0" marL="0" rtl="0" algn="l">
              <a:lnSpc>
                <a:spcPct val="115000"/>
              </a:lnSpc>
              <a:spcBef>
                <a:spcPts val="1200"/>
              </a:spcBef>
              <a:spcAft>
                <a:spcPts val="0"/>
              </a:spcAft>
              <a:buClr>
                <a:schemeClr val="dk1"/>
              </a:buClr>
              <a:buSzPct val="49690"/>
              <a:buFont typeface="Arial"/>
              <a:buNone/>
            </a:pPr>
            <a:r>
              <a:rPr lang="en-US" sz="2214">
                <a:solidFill>
                  <a:schemeClr val="lt1"/>
                </a:solidFill>
                <a:latin typeface="Arial"/>
                <a:ea typeface="Arial"/>
                <a:cs typeface="Arial"/>
                <a:sym typeface="Arial"/>
              </a:rPr>
              <a:t>Many students struggle to keep up with lectures, long readings, and study materials. College and high school students often feel overwhelmed and don’t have enough time to review everything before exams. Notes can be confusing, videos are long, and studying is not always effective. Our app solves this problem by using AI to summarize text, videos, and lectures, create quick study guides, and generate quizzes so students can learn faster, understand better, and study more efficiently.</a:t>
            </a:r>
            <a:endParaRPr sz="2214">
              <a:solidFill>
                <a:schemeClr val="lt1"/>
              </a:solidFill>
              <a:latin typeface="Arial"/>
              <a:ea typeface="Arial"/>
              <a:cs typeface="Arial"/>
              <a:sym typeface="Arial"/>
            </a:endParaRPr>
          </a:p>
          <a:p>
            <a:pPr indent="0" lvl="0" marL="0" rtl="0" algn="l">
              <a:lnSpc>
                <a:spcPct val="115000"/>
              </a:lnSpc>
              <a:spcBef>
                <a:spcPts val="1800"/>
              </a:spcBef>
              <a:spcAft>
                <a:spcPts val="0"/>
              </a:spcAft>
              <a:buClr>
                <a:schemeClr val="dk1"/>
              </a:buClr>
              <a:buSzPct val="49690"/>
              <a:buFont typeface="Arial"/>
              <a:buNone/>
            </a:pPr>
            <a:r>
              <a:rPr b="1" lang="en-US" sz="2214">
                <a:solidFill>
                  <a:schemeClr val="lt1"/>
                </a:solidFill>
                <a:latin typeface="Arial"/>
                <a:ea typeface="Arial"/>
                <a:cs typeface="Arial"/>
                <a:sym typeface="Arial"/>
              </a:rPr>
              <a:t>Pain</a:t>
            </a:r>
            <a:r>
              <a:rPr b="1" lang="en-US" sz="2214">
                <a:solidFill>
                  <a:schemeClr val="lt1"/>
                </a:solidFill>
                <a:latin typeface="Arial"/>
                <a:ea typeface="Arial"/>
                <a:cs typeface="Arial"/>
                <a:sym typeface="Arial"/>
              </a:rPr>
              <a:t> Points</a:t>
            </a:r>
            <a:endParaRPr b="1" sz="2214">
              <a:solidFill>
                <a:schemeClr val="lt1"/>
              </a:solidFill>
              <a:latin typeface="Arial"/>
              <a:ea typeface="Arial"/>
              <a:cs typeface="Arial"/>
              <a:sym typeface="Arial"/>
            </a:endParaRPr>
          </a:p>
          <a:p>
            <a:pPr indent="-295371" lvl="0" marL="457200" rtl="0" algn="l">
              <a:lnSpc>
                <a:spcPct val="115000"/>
              </a:lnSpc>
              <a:spcBef>
                <a:spcPts val="1200"/>
              </a:spcBef>
              <a:spcAft>
                <a:spcPts val="0"/>
              </a:spcAft>
              <a:buClr>
                <a:schemeClr val="lt1"/>
              </a:buClr>
              <a:buSzPct val="100000"/>
              <a:buChar char="●"/>
            </a:pPr>
            <a:r>
              <a:rPr lang="en-US" sz="2214">
                <a:solidFill>
                  <a:schemeClr val="lt1"/>
                </a:solidFill>
                <a:latin typeface="Arial"/>
                <a:ea typeface="Arial"/>
                <a:cs typeface="Arial"/>
                <a:sym typeface="Arial"/>
              </a:rPr>
              <a:t>Time consuming studying</a:t>
            </a:r>
            <a:endParaRPr sz="2214">
              <a:solidFill>
                <a:schemeClr val="lt1"/>
              </a:solidFill>
              <a:latin typeface="Arial"/>
              <a:ea typeface="Arial"/>
              <a:cs typeface="Arial"/>
              <a:sym typeface="Arial"/>
            </a:endParaRPr>
          </a:p>
          <a:p>
            <a:pPr indent="-295371" lvl="0" marL="457200" rtl="0" algn="l">
              <a:lnSpc>
                <a:spcPct val="115000"/>
              </a:lnSpc>
              <a:spcBef>
                <a:spcPts val="0"/>
              </a:spcBef>
              <a:spcAft>
                <a:spcPts val="0"/>
              </a:spcAft>
              <a:buClr>
                <a:schemeClr val="lt1"/>
              </a:buClr>
              <a:buSzPct val="100000"/>
              <a:buChar char="●"/>
            </a:pPr>
            <a:r>
              <a:rPr lang="en-US" sz="2214">
                <a:solidFill>
                  <a:schemeClr val="lt1"/>
                </a:solidFill>
                <a:latin typeface="Arial"/>
                <a:ea typeface="Arial"/>
                <a:cs typeface="Arial"/>
                <a:sym typeface="Arial"/>
              </a:rPr>
              <a:t>Information overload</a:t>
            </a:r>
            <a:endParaRPr sz="2214">
              <a:solidFill>
                <a:schemeClr val="lt1"/>
              </a:solidFill>
              <a:latin typeface="Arial"/>
              <a:ea typeface="Arial"/>
              <a:cs typeface="Arial"/>
              <a:sym typeface="Arial"/>
            </a:endParaRPr>
          </a:p>
          <a:p>
            <a:pPr indent="-295371" lvl="0" marL="457200" rtl="0" algn="l">
              <a:lnSpc>
                <a:spcPct val="115000"/>
              </a:lnSpc>
              <a:spcBef>
                <a:spcPts val="0"/>
              </a:spcBef>
              <a:spcAft>
                <a:spcPts val="0"/>
              </a:spcAft>
              <a:buClr>
                <a:schemeClr val="lt1"/>
              </a:buClr>
              <a:buSzPct val="100000"/>
              <a:buChar char="●"/>
            </a:pPr>
            <a:r>
              <a:rPr lang="en-US" sz="2214">
                <a:solidFill>
                  <a:schemeClr val="lt1"/>
                </a:solidFill>
                <a:latin typeface="Arial"/>
                <a:ea typeface="Arial"/>
                <a:cs typeface="Arial"/>
                <a:sym typeface="Arial"/>
              </a:rPr>
              <a:t>Difficulty creating practice quizzes</a:t>
            </a:r>
            <a:endParaRPr sz="2214">
              <a:solidFill>
                <a:schemeClr val="lt1"/>
              </a:solidFill>
              <a:latin typeface="Arial"/>
              <a:ea typeface="Arial"/>
              <a:cs typeface="Arial"/>
              <a:sym typeface="Arial"/>
            </a:endParaRPr>
          </a:p>
          <a:p>
            <a:pPr indent="-295371" lvl="0" marL="457200" rtl="0" algn="l">
              <a:lnSpc>
                <a:spcPct val="115000"/>
              </a:lnSpc>
              <a:spcBef>
                <a:spcPts val="0"/>
              </a:spcBef>
              <a:spcAft>
                <a:spcPts val="0"/>
              </a:spcAft>
              <a:buClr>
                <a:schemeClr val="lt1"/>
              </a:buClr>
              <a:buSzPct val="100000"/>
              <a:buChar char="●"/>
            </a:pPr>
            <a:r>
              <a:rPr lang="en-US" sz="2214">
                <a:solidFill>
                  <a:schemeClr val="lt1"/>
                </a:solidFill>
                <a:latin typeface="Arial"/>
                <a:ea typeface="Arial"/>
                <a:cs typeface="Arial"/>
                <a:sym typeface="Arial"/>
              </a:rPr>
              <a:t>No centralized study platform</a:t>
            </a:r>
            <a:endParaRPr sz="2214">
              <a:solidFill>
                <a:schemeClr val="lt1"/>
              </a:solidFill>
              <a:latin typeface="Arial"/>
              <a:ea typeface="Arial"/>
              <a:cs typeface="Arial"/>
              <a:sym typeface="Arial"/>
            </a:endParaRPr>
          </a:p>
          <a:p>
            <a:pPr indent="-295371" lvl="0" marL="457200" rtl="0" algn="l">
              <a:lnSpc>
                <a:spcPct val="115000"/>
              </a:lnSpc>
              <a:spcBef>
                <a:spcPts val="0"/>
              </a:spcBef>
              <a:spcAft>
                <a:spcPts val="0"/>
              </a:spcAft>
              <a:buClr>
                <a:schemeClr val="lt1"/>
              </a:buClr>
              <a:buSzPct val="100000"/>
              <a:buChar char="●"/>
            </a:pPr>
            <a:r>
              <a:rPr lang="en-US" sz="2214">
                <a:solidFill>
                  <a:schemeClr val="lt1"/>
                </a:solidFill>
                <a:latin typeface="Arial"/>
                <a:ea typeface="Arial"/>
                <a:cs typeface="Arial"/>
                <a:sym typeface="Arial"/>
              </a:rPr>
              <a:t>Limited personalized feedback</a:t>
            </a:r>
            <a:endParaRPr sz="2214">
              <a:solidFill>
                <a:schemeClr val="lt1"/>
              </a:solidFill>
              <a:latin typeface="Arial"/>
              <a:ea typeface="Arial"/>
              <a:cs typeface="Arial"/>
              <a:sym typeface="Arial"/>
            </a:endParaRPr>
          </a:p>
          <a:p>
            <a:pPr indent="0" lvl="0" marL="0" rtl="0" algn="l">
              <a:lnSpc>
                <a:spcPct val="115000"/>
              </a:lnSpc>
              <a:spcBef>
                <a:spcPts val="1800"/>
              </a:spcBef>
              <a:spcAft>
                <a:spcPts val="0"/>
              </a:spcAft>
              <a:buClr>
                <a:schemeClr val="dk1"/>
              </a:buClr>
              <a:buSzPct val="49690"/>
              <a:buFont typeface="Arial"/>
              <a:buNone/>
            </a:pPr>
            <a:r>
              <a:rPr b="1" lang="en-US" sz="2214">
                <a:solidFill>
                  <a:schemeClr val="lt1"/>
                </a:solidFill>
                <a:latin typeface="Arial"/>
                <a:ea typeface="Arial"/>
                <a:cs typeface="Arial"/>
                <a:sym typeface="Arial"/>
              </a:rPr>
              <a:t>Stakeholders</a:t>
            </a:r>
            <a:endParaRPr b="1" sz="2214">
              <a:solidFill>
                <a:schemeClr val="lt1"/>
              </a:solidFill>
              <a:latin typeface="Arial"/>
              <a:ea typeface="Arial"/>
              <a:cs typeface="Arial"/>
              <a:sym typeface="Arial"/>
            </a:endParaRPr>
          </a:p>
          <a:p>
            <a:pPr indent="-295371" lvl="0" marL="457200" rtl="0" algn="l">
              <a:lnSpc>
                <a:spcPct val="115000"/>
              </a:lnSpc>
              <a:spcBef>
                <a:spcPts val="1200"/>
              </a:spcBef>
              <a:spcAft>
                <a:spcPts val="0"/>
              </a:spcAft>
              <a:buClr>
                <a:schemeClr val="lt1"/>
              </a:buClr>
              <a:buSzPct val="100000"/>
              <a:buChar char="●"/>
            </a:pPr>
            <a:r>
              <a:rPr lang="en-US" sz="2214">
                <a:solidFill>
                  <a:schemeClr val="lt1"/>
                </a:solidFill>
                <a:latin typeface="Arial"/>
                <a:ea typeface="Arial"/>
                <a:cs typeface="Arial"/>
                <a:sym typeface="Arial"/>
              </a:rPr>
              <a:t>College students</a:t>
            </a:r>
            <a:endParaRPr sz="2214">
              <a:solidFill>
                <a:schemeClr val="lt1"/>
              </a:solidFill>
              <a:latin typeface="Arial"/>
              <a:ea typeface="Arial"/>
              <a:cs typeface="Arial"/>
              <a:sym typeface="Arial"/>
            </a:endParaRPr>
          </a:p>
          <a:p>
            <a:pPr indent="-295371" lvl="0" marL="457200" rtl="0" algn="l">
              <a:lnSpc>
                <a:spcPct val="115000"/>
              </a:lnSpc>
              <a:spcBef>
                <a:spcPts val="0"/>
              </a:spcBef>
              <a:spcAft>
                <a:spcPts val="0"/>
              </a:spcAft>
              <a:buClr>
                <a:schemeClr val="lt1"/>
              </a:buClr>
              <a:buSzPct val="100000"/>
              <a:buChar char="●"/>
            </a:pPr>
            <a:r>
              <a:rPr lang="en-US" sz="2214">
                <a:solidFill>
                  <a:schemeClr val="lt1"/>
                </a:solidFill>
                <a:latin typeface="Arial"/>
                <a:ea typeface="Arial"/>
                <a:cs typeface="Arial"/>
                <a:sym typeface="Arial"/>
              </a:rPr>
              <a:t>Online learners</a:t>
            </a:r>
            <a:endParaRPr sz="2214">
              <a:solidFill>
                <a:schemeClr val="lt1"/>
              </a:solidFill>
              <a:latin typeface="Arial"/>
              <a:ea typeface="Arial"/>
              <a:cs typeface="Arial"/>
              <a:sym typeface="Arial"/>
            </a:endParaRPr>
          </a:p>
          <a:p>
            <a:pPr indent="-295371" lvl="0" marL="457200" rtl="0" algn="l">
              <a:lnSpc>
                <a:spcPct val="115000"/>
              </a:lnSpc>
              <a:spcBef>
                <a:spcPts val="0"/>
              </a:spcBef>
              <a:spcAft>
                <a:spcPts val="0"/>
              </a:spcAft>
              <a:buClr>
                <a:schemeClr val="lt1"/>
              </a:buClr>
              <a:buSzPct val="100000"/>
              <a:buChar char="●"/>
            </a:pPr>
            <a:r>
              <a:rPr lang="en-US" sz="2214">
                <a:solidFill>
                  <a:schemeClr val="lt1"/>
                </a:solidFill>
                <a:latin typeface="Arial"/>
                <a:ea typeface="Arial"/>
                <a:cs typeface="Arial"/>
                <a:sym typeface="Arial"/>
              </a:rPr>
              <a:t>Students studying for exams</a:t>
            </a:r>
            <a:endParaRPr sz="2214">
              <a:solidFill>
                <a:schemeClr val="lt1"/>
              </a:solidFill>
              <a:latin typeface="Arial"/>
              <a:ea typeface="Arial"/>
              <a:cs typeface="Arial"/>
              <a:sym typeface="Arial"/>
            </a:endParaRPr>
          </a:p>
          <a:p>
            <a:pPr indent="0" lvl="0" marL="0" rtl="0" algn="l">
              <a:lnSpc>
                <a:spcPct val="115000"/>
              </a:lnSpc>
              <a:spcBef>
                <a:spcPts val="1800"/>
              </a:spcBef>
              <a:spcAft>
                <a:spcPts val="0"/>
              </a:spcAft>
              <a:buClr>
                <a:schemeClr val="dk1"/>
              </a:buClr>
              <a:buSzPct val="49690"/>
              <a:buFont typeface="Arial"/>
              <a:buNone/>
            </a:pPr>
            <a:r>
              <a:rPr b="1" lang="en-US" sz="2214">
                <a:solidFill>
                  <a:schemeClr val="lt1"/>
                </a:solidFill>
                <a:latin typeface="Arial"/>
                <a:ea typeface="Arial"/>
                <a:cs typeface="Arial"/>
                <a:sym typeface="Arial"/>
              </a:rPr>
              <a:t>Visual Idea</a:t>
            </a:r>
            <a:endParaRPr b="1" sz="2214">
              <a:solidFill>
                <a:schemeClr val="lt1"/>
              </a:solidFill>
              <a:latin typeface="Arial"/>
              <a:ea typeface="Arial"/>
              <a:cs typeface="Arial"/>
              <a:sym typeface="Arial"/>
            </a:endParaRPr>
          </a:p>
          <a:p>
            <a:pPr indent="0" lvl="0" marL="0" rtl="0" algn="l">
              <a:lnSpc>
                <a:spcPct val="115000"/>
              </a:lnSpc>
              <a:spcBef>
                <a:spcPts val="1200"/>
              </a:spcBef>
              <a:spcAft>
                <a:spcPts val="0"/>
              </a:spcAft>
              <a:buClr>
                <a:schemeClr val="dk1"/>
              </a:buClr>
              <a:buSzPct val="49690"/>
              <a:buFont typeface="Arial"/>
              <a:buNone/>
            </a:pPr>
            <a:r>
              <a:rPr lang="en-US" sz="2214">
                <a:solidFill>
                  <a:schemeClr val="lt1"/>
                </a:solidFill>
                <a:latin typeface="Arial"/>
                <a:ea typeface="Arial"/>
                <a:cs typeface="Arial"/>
                <a:sym typeface="Arial"/>
              </a:rPr>
              <a:t>Flow:</a:t>
            </a:r>
            <a:br>
              <a:rPr lang="en-US" sz="2214">
                <a:solidFill>
                  <a:schemeClr val="lt1"/>
                </a:solidFill>
                <a:latin typeface="Arial"/>
                <a:ea typeface="Arial"/>
                <a:cs typeface="Arial"/>
                <a:sym typeface="Arial"/>
              </a:rPr>
            </a:br>
            <a:r>
              <a:rPr lang="en-US" sz="2214">
                <a:solidFill>
                  <a:schemeClr val="lt1"/>
                </a:solidFill>
                <a:latin typeface="Arial"/>
                <a:ea typeface="Arial"/>
                <a:cs typeface="Arial"/>
                <a:sym typeface="Arial"/>
              </a:rPr>
              <a:t>Lecture/PDF/Video → Too Much Information → Student Stress → summArIze Solution</a:t>
            </a:r>
            <a:endParaRPr sz="2214">
              <a:solidFill>
                <a:schemeClr val="lt1"/>
              </a:solidFill>
              <a:latin typeface="Arial"/>
              <a:ea typeface="Arial"/>
              <a:cs typeface="Arial"/>
              <a:sym typeface="Arial"/>
            </a:endParaRPr>
          </a:p>
          <a:p>
            <a:pPr indent="0" lvl="1" marL="0" rtl="0" algn="l">
              <a:lnSpc>
                <a:spcPct val="120000"/>
              </a:lnSpc>
              <a:spcBef>
                <a:spcPts val="1200"/>
              </a:spcBef>
              <a:spcAft>
                <a:spcPts val="0"/>
              </a:spcAft>
              <a:buClr>
                <a:schemeClr val="dk1"/>
              </a:buClr>
              <a:buSzPct val="100000"/>
              <a:buFont typeface="Arial"/>
              <a:buNone/>
            </a:pPr>
            <a:r>
              <a:t/>
            </a:r>
            <a:endParaRPr b="1">
              <a:solidFill>
                <a:schemeClr val="lt1"/>
              </a:solidFill>
            </a:endParaRPr>
          </a:p>
        </p:txBody>
      </p:sp>
      <p:sp>
        <p:nvSpPr>
          <p:cNvPr id="517" name="Google Shape;517;p4"/>
          <p:cNvSpPr/>
          <p:nvPr/>
        </p:nvSpPr>
        <p:spPr>
          <a:xfrm>
            <a:off x="3796074" y="6412500"/>
            <a:ext cx="83640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518" name="Google Shape;518;p4"/>
          <p:cNvSpPr/>
          <p:nvPr/>
        </p:nvSpPr>
        <p:spPr>
          <a:xfrm>
            <a:off x="0" y="6412500"/>
            <a:ext cx="37962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16"/>
                                        </p:tgtEl>
                                        <p:attrNameLst>
                                          <p:attrName>style.visibility</p:attrName>
                                        </p:attrNameLst>
                                      </p:cBhvr>
                                      <p:to>
                                        <p:strVal val="visible"/>
                                      </p:to>
                                    </p:set>
                                    <p:animEffect filter="fade" transition="in">
                                      <p:cBhvr>
                                        <p:cTn dur="250"/>
                                        <p:tgtEl>
                                          <p:spTgt spid="5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5"/>
          <p:cNvSpPr/>
          <p:nvPr/>
        </p:nvSpPr>
        <p:spPr>
          <a:xfrm>
            <a:off x="-31750" y="31750"/>
            <a:ext cx="12192000" cy="66888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525" name="Google Shape;525;p5"/>
          <p:cNvSpPr txBox="1"/>
          <p:nvPr>
            <p:ph type="title"/>
          </p:nvPr>
        </p:nvSpPr>
        <p:spPr>
          <a:xfrm>
            <a:off x="731520" y="312572"/>
            <a:ext cx="6858000" cy="92354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venir"/>
              <a:buNone/>
            </a:pPr>
            <a:r>
              <a:rPr lang="en-US">
                <a:solidFill>
                  <a:schemeClr val="lt1"/>
                </a:solidFill>
              </a:rPr>
              <a:t>Objective / Goals</a:t>
            </a:r>
            <a:endParaRPr>
              <a:solidFill>
                <a:schemeClr val="lt1"/>
              </a:solidFill>
            </a:endParaRPr>
          </a:p>
        </p:txBody>
      </p:sp>
      <p:sp>
        <p:nvSpPr>
          <p:cNvPr id="526" name="Google Shape;526;p5"/>
          <p:cNvSpPr txBox="1"/>
          <p:nvPr>
            <p:ph idx="1" type="body"/>
          </p:nvPr>
        </p:nvSpPr>
        <p:spPr>
          <a:xfrm>
            <a:off x="731520" y="1380744"/>
            <a:ext cx="6858000" cy="4608576"/>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1800"/>
              </a:spcBef>
              <a:spcAft>
                <a:spcPts val="0"/>
              </a:spcAft>
              <a:buClr>
                <a:schemeClr val="dk1"/>
              </a:buClr>
              <a:buSzPts val="1100"/>
              <a:buFont typeface="Arial"/>
              <a:buNone/>
            </a:pPr>
            <a:r>
              <a:rPr b="1" lang="en-US" sz="1800">
                <a:solidFill>
                  <a:schemeClr val="lt1"/>
                </a:solidFill>
              </a:rPr>
              <a:t>Goals</a:t>
            </a:r>
            <a:endParaRPr b="1" sz="18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lt1"/>
                </a:solidFill>
              </a:rPr>
              <a:t> Demonstrate AI-powered summarization</a:t>
            </a:r>
            <a:br>
              <a:rPr lang="en-US" sz="1800">
                <a:solidFill>
                  <a:schemeClr val="lt1"/>
                </a:solidFill>
              </a:rPr>
            </a:br>
            <a:r>
              <a:rPr lang="en-US" sz="1800">
                <a:solidFill>
                  <a:schemeClr val="lt1"/>
                </a:solidFill>
              </a:rPr>
              <a:t> Generate quizzes automatically</a:t>
            </a:r>
            <a:br>
              <a:rPr lang="en-US" sz="1800">
                <a:solidFill>
                  <a:schemeClr val="lt1"/>
                </a:solidFill>
              </a:rPr>
            </a:br>
            <a:r>
              <a:rPr lang="en-US" sz="1800">
                <a:solidFill>
                  <a:schemeClr val="lt1"/>
                </a:solidFill>
              </a:rPr>
              <a:t> Provide AI-based feedback</a:t>
            </a:r>
            <a:br>
              <a:rPr lang="en-US" sz="1800">
                <a:solidFill>
                  <a:schemeClr val="lt1"/>
                </a:solidFill>
              </a:rPr>
            </a:br>
            <a:r>
              <a:rPr lang="en-US" sz="1800">
                <a:solidFill>
                  <a:schemeClr val="lt1"/>
                </a:solidFill>
              </a:rPr>
              <a:t> Support multiple content types</a:t>
            </a:r>
            <a:br>
              <a:rPr lang="en-US" sz="1800">
                <a:solidFill>
                  <a:schemeClr val="lt1"/>
                </a:solidFill>
              </a:rPr>
            </a:br>
            <a:r>
              <a:rPr lang="en-US" sz="1800">
                <a:solidFill>
                  <a:schemeClr val="lt1"/>
                </a:solidFill>
              </a:rPr>
              <a:t>Create a centralized study workflow</a:t>
            </a:r>
            <a:endParaRPr sz="1800">
              <a:solidFill>
                <a:schemeClr val="lt1"/>
              </a:solidFill>
            </a:endParaRPr>
          </a:p>
          <a:p>
            <a:pPr indent="0" lvl="0" marL="0" rtl="0" algn="l">
              <a:lnSpc>
                <a:spcPct val="115000"/>
              </a:lnSpc>
              <a:spcBef>
                <a:spcPts val="1800"/>
              </a:spcBef>
              <a:spcAft>
                <a:spcPts val="0"/>
              </a:spcAft>
              <a:buClr>
                <a:schemeClr val="dk1"/>
              </a:buClr>
              <a:buSzPts val="1100"/>
              <a:buFont typeface="Arial"/>
              <a:buNone/>
            </a:pPr>
            <a:r>
              <a:rPr b="1" lang="en-US" sz="1800">
                <a:solidFill>
                  <a:schemeClr val="lt1"/>
                </a:solidFill>
              </a:rPr>
              <a:t>Success Criteria</a:t>
            </a:r>
            <a:endParaRPr b="1" sz="1800">
              <a:solidFill>
                <a:schemeClr val="lt1"/>
              </a:solidFill>
            </a:endParaRPr>
          </a:p>
          <a:p>
            <a:pPr indent="-342900" lvl="0" marL="457200" rtl="0" algn="l">
              <a:lnSpc>
                <a:spcPct val="115000"/>
              </a:lnSpc>
              <a:spcBef>
                <a:spcPts val="1200"/>
              </a:spcBef>
              <a:spcAft>
                <a:spcPts val="0"/>
              </a:spcAft>
              <a:buClr>
                <a:schemeClr val="lt1"/>
              </a:buClr>
              <a:buSzPts val="1800"/>
              <a:buFont typeface="Avenir"/>
              <a:buChar char="●"/>
            </a:pPr>
            <a:r>
              <a:rPr lang="en-US" sz="1800">
                <a:solidFill>
                  <a:schemeClr val="lt1"/>
                </a:solidFill>
              </a:rPr>
              <a:t>Successful AI summaries</a:t>
            </a:r>
            <a:endParaRPr sz="1800">
              <a:solidFill>
                <a:schemeClr val="lt1"/>
              </a:solidFill>
            </a:endParaRPr>
          </a:p>
          <a:p>
            <a:pPr indent="-342900" lvl="0" marL="457200" rtl="0" algn="l">
              <a:lnSpc>
                <a:spcPct val="115000"/>
              </a:lnSpc>
              <a:spcBef>
                <a:spcPts val="0"/>
              </a:spcBef>
              <a:spcAft>
                <a:spcPts val="0"/>
              </a:spcAft>
              <a:buClr>
                <a:schemeClr val="lt1"/>
              </a:buClr>
              <a:buSzPts val="1800"/>
              <a:buFont typeface="Avenir"/>
              <a:buChar char="●"/>
            </a:pPr>
            <a:r>
              <a:rPr lang="en-US" sz="1800">
                <a:solidFill>
                  <a:schemeClr val="lt1"/>
                </a:solidFill>
              </a:rPr>
              <a:t>Quiz generation works</a:t>
            </a:r>
            <a:endParaRPr sz="1800">
              <a:solidFill>
                <a:schemeClr val="lt1"/>
              </a:solidFill>
            </a:endParaRPr>
          </a:p>
          <a:p>
            <a:pPr indent="-342900" lvl="0" marL="457200" rtl="0" algn="l">
              <a:lnSpc>
                <a:spcPct val="115000"/>
              </a:lnSpc>
              <a:spcBef>
                <a:spcPts val="0"/>
              </a:spcBef>
              <a:spcAft>
                <a:spcPts val="0"/>
              </a:spcAft>
              <a:buClr>
                <a:schemeClr val="lt1"/>
              </a:buClr>
              <a:buSzPts val="1800"/>
              <a:buFont typeface="Avenir"/>
              <a:buChar char="●"/>
            </a:pPr>
            <a:r>
              <a:rPr lang="en-US" sz="1800">
                <a:solidFill>
                  <a:schemeClr val="lt1"/>
                </a:solidFill>
              </a:rPr>
              <a:t>Users can upload content</a:t>
            </a:r>
            <a:endParaRPr sz="1800">
              <a:solidFill>
                <a:schemeClr val="lt1"/>
              </a:solidFill>
            </a:endParaRPr>
          </a:p>
          <a:p>
            <a:pPr indent="-342900" lvl="0" marL="457200" rtl="0" algn="l">
              <a:lnSpc>
                <a:spcPct val="115000"/>
              </a:lnSpc>
              <a:spcBef>
                <a:spcPts val="0"/>
              </a:spcBef>
              <a:spcAft>
                <a:spcPts val="0"/>
              </a:spcAft>
              <a:buClr>
                <a:schemeClr val="lt1"/>
              </a:buClr>
              <a:buSzPts val="1800"/>
              <a:buFont typeface="Avenir"/>
              <a:buChar char="●"/>
            </a:pPr>
            <a:r>
              <a:rPr lang="en-US" sz="1800">
                <a:solidFill>
                  <a:schemeClr val="lt1"/>
                </a:solidFill>
              </a:rPr>
              <a:t>APIs respond correctly</a:t>
            </a:r>
            <a:endParaRPr sz="1800">
              <a:solidFill>
                <a:schemeClr val="lt1"/>
              </a:solidFill>
            </a:endParaRPr>
          </a:p>
          <a:p>
            <a:pPr indent="-342900" lvl="0" marL="457200" rtl="0" algn="l">
              <a:lnSpc>
                <a:spcPct val="115000"/>
              </a:lnSpc>
              <a:spcBef>
                <a:spcPts val="0"/>
              </a:spcBef>
              <a:spcAft>
                <a:spcPts val="0"/>
              </a:spcAft>
              <a:buClr>
                <a:schemeClr val="lt1"/>
              </a:buClr>
              <a:buSzPts val="1800"/>
              <a:buFont typeface="Avenir"/>
              <a:buChar char="●"/>
            </a:pPr>
            <a:r>
              <a:rPr lang="en-US" sz="1800">
                <a:solidFill>
                  <a:schemeClr val="lt1"/>
                </a:solidFill>
              </a:rPr>
              <a:t>Data stored successfully</a:t>
            </a:r>
            <a:endParaRPr sz="1800">
              <a:solidFill>
                <a:schemeClr val="lt1"/>
              </a:solidFill>
            </a:endParaRPr>
          </a:p>
          <a:p>
            <a:pPr indent="0" lvl="1" marL="0" rtl="0" algn="l">
              <a:lnSpc>
                <a:spcPct val="120000"/>
              </a:lnSpc>
              <a:spcBef>
                <a:spcPts val="1200"/>
              </a:spcBef>
              <a:spcAft>
                <a:spcPts val="0"/>
              </a:spcAft>
              <a:buClr>
                <a:schemeClr val="dk1"/>
              </a:buClr>
              <a:buSzPts val="1400"/>
              <a:buFont typeface="Arial"/>
              <a:buNone/>
            </a:pPr>
            <a:r>
              <a:t/>
            </a:r>
            <a:endParaRPr b="1">
              <a:solidFill>
                <a:schemeClr val="lt1"/>
              </a:solidFill>
            </a:endParaRPr>
          </a:p>
        </p:txBody>
      </p:sp>
      <p:pic>
        <p:nvPicPr>
          <p:cNvPr descr="Check list sign and Highlighter isolated on white background" id="527" name="Google Shape;527;p5"/>
          <p:cNvPicPr preferRelativeResize="0"/>
          <p:nvPr>
            <p:ph idx="2" type="pic"/>
          </p:nvPr>
        </p:nvPicPr>
        <p:blipFill rotWithShape="1">
          <a:blip r:embed="rId3">
            <a:alphaModFix/>
          </a:blip>
          <a:srcRect b="-3" l="0" r="21459" t="0"/>
          <a:stretch/>
        </p:blipFill>
        <p:spPr>
          <a:xfrm>
            <a:off x="8491126" y="603504"/>
            <a:ext cx="3085177" cy="5202936"/>
          </a:xfrm>
          <a:prstGeom prst="rect">
            <a:avLst/>
          </a:prstGeom>
          <a:noFill/>
          <a:ln>
            <a:noFill/>
          </a:ln>
        </p:spPr>
      </p:pic>
      <p:sp>
        <p:nvSpPr>
          <p:cNvPr id="528" name="Google Shape;528;p5"/>
          <p:cNvSpPr/>
          <p:nvPr/>
        </p:nvSpPr>
        <p:spPr>
          <a:xfrm>
            <a:off x="-36499" y="6412500"/>
            <a:ext cx="85275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529" name="Google Shape;529;p5"/>
          <p:cNvSpPr/>
          <p:nvPr/>
        </p:nvSpPr>
        <p:spPr>
          <a:xfrm>
            <a:off x="8491000" y="6412500"/>
            <a:ext cx="37011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26"/>
                                        </p:tgtEl>
                                        <p:attrNameLst>
                                          <p:attrName>style.visibility</p:attrName>
                                        </p:attrNameLst>
                                      </p:cBhvr>
                                      <p:to>
                                        <p:strVal val="visible"/>
                                      </p:to>
                                    </p:set>
                                    <p:animEffect filter="fade" transition="in">
                                      <p:cBhvr>
                                        <p:cTn dur="250"/>
                                        <p:tgtEl>
                                          <p:spTgt spid="5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
          <p:cNvSpPr/>
          <p:nvPr/>
        </p:nvSpPr>
        <p:spPr>
          <a:xfrm>
            <a:off x="-31750" y="-25400"/>
            <a:ext cx="12192000" cy="64557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536" name="Google Shape;536;p6"/>
          <p:cNvSpPr txBox="1"/>
          <p:nvPr>
            <p:ph type="title"/>
          </p:nvPr>
        </p:nvSpPr>
        <p:spPr>
          <a:xfrm>
            <a:off x="8311899" y="832103"/>
            <a:ext cx="2556000" cy="712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venir"/>
              <a:buNone/>
            </a:pPr>
            <a:r>
              <a:rPr lang="en-US">
                <a:solidFill>
                  <a:schemeClr val="lt1"/>
                </a:solidFill>
              </a:rPr>
              <a:t>Key Features / Functionality</a:t>
            </a:r>
            <a:endParaRPr>
              <a:solidFill>
                <a:schemeClr val="lt1"/>
              </a:solidFill>
            </a:endParaRPr>
          </a:p>
        </p:txBody>
      </p:sp>
      <p:pic>
        <p:nvPicPr>
          <p:cNvPr descr="Taken in north seashore of Oahu." id="537" name="Google Shape;537;p6"/>
          <p:cNvPicPr preferRelativeResize="0"/>
          <p:nvPr>
            <p:ph idx="2" type="pic"/>
          </p:nvPr>
        </p:nvPicPr>
        <p:blipFill rotWithShape="1">
          <a:blip r:embed="rId3">
            <a:alphaModFix/>
          </a:blip>
          <a:srcRect b="-2" l="18959" r="-2" t="0"/>
          <a:stretch/>
        </p:blipFill>
        <p:spPr>
          <a:xfrm>
            <a:off x="20" y="-1"/>
            <a:ext cx="7783979" cy="6411311"/>
          </a:xfrm>
          <a:prstGeom prst="rect">
            <a:avLst/>
          </a:prstGeom>
          <a:noFill/>
          <a:ln>
            <a:noFill/>
          </a:ln>
        </p:spPr>
      </p:pic>
      <p:sp>
        <p:nvSpPr>
          <p:cNvPr id="538" name="Google Shape;538;p6"/>
          <p:cNvSpPr txBox="1"/>
          <p:nvPr>
            <p:ph idx="1" type="body"/>
          </p:nvPr>
        </p:nvSpPr>
        <p:spPr>
          <a:xfrm>
            <a:off x="8311900" y="1629475"/>
            <a:ext cx="3477000" cy="41769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15000"/>
              </a:lnSpc>
              <a:spcBef>
                <a:spcPts val="1800"/>
              </a:spcBef>
              <a:spcAft>
                <a:spcPts val="0"/>
              </a:spcAft>
              <a:buClr>
                <a:schemeClr val="dk1"/>
              </a:buClr>
              <a:buSzPct val="73333"/>
              <a:buFont typeface="Arial"/>
              <a:buNone/>
            </a:pPr>
            <a:r>
              <a:rPr b="1" lang="en-US" sz="1500">
                <a:solidFill>
                  <a:schemeClr val="lt1"/>
                </a:solidFill>
              </a:rPr>
              <a:t>Must-Have Features</a:t>
            </a:r>
            <a:endParaRPr b="1" sz="1500">
              <a:solidFill>
                <a:schemeClr val="lt1"/>
              </a:solidFill>
            </a:endParaRPr>
          </a:p>
          <a:p>
            <a:pPr indent="-302419" lvl="0" marL="457200" rtl="0" algn="l">
              <a:lnSpc>
                <a:spcPct val="115000"/>
              </a:lnSpc>
              <a:spcBef>
                <a:spcPts val="1200"/>
              </a:spcBef>
              <a:spcAft>
                <a:spcPts val="0"/>
              </a:spcAft>
              <a:buClr>
                <a:schemeClr val="lt1"/>
              </a:buClr>
              <a:buSzPct val="100000"/>
              <a:buFont typeface="Avenir"/>
              <a:buChar char="●"/>
            </a:pPr>
            <a:r>
              <a:rPr lang="en-US" sz="1500">
                <a:solidFill>
                  <a:schemeClr val="lt1"/>
                </a:solidFill>
              </a:rPr>
              <a:t>User authentication</a:t>
            </a:r>
            <a:endParaRPr sz="1500">
              <a:solidFill>
                <a:schemeClr val="lt1"/>
              </a:solidFill>
            </a:endParaRPr>
          </a:p>
          <a:p>
            <a:pPr indent="-302419" lvl="0" marL="457200" rtl="0" algn="l">
              <a:lnSpc>
                <a:spcPct val="115000"/>
              </a:lnSpc>
              <a:spcBef>
                <a:spcPts val="0"/>
              </a:spcBef>
              <a:spcAft>
                <a:spcPts val="0"/>
              </a:spcAft>
              <a:buClr>
                <a:schemeClr val="lt1"/>
              </a:buClr>
              <a:buSzPct val="100000"/>
              <a:buFont typeface="Avenir"/>
              <a:buChar char="●"/>
            </a:pPr>
            <a:r>
              <a:rPr lang="en-US" sz="1500">
                <a:solidFill>
                  <a:schemeClr val="lt1"/>
                </a:solidFill>
              </a:rPr>
              <a:t>Upload notes/PDFs/videos</a:t>
            </a:r>
            <a:endParaRPr sz="1500">
              <a:solidFill>
                <a:schemeClr val="lt1"/>
              </a:solidFill>
            </a:endParaRPr>
          </a:p>
          <a:p>
            <a:pPr indent="-302419" lvl="0" marL="457200" rtl="0" algn="l">
              <a:lnSpc>
                <a:spcPct val="115000"/>
              </a:lnSpc>
              <a:spcBef>
                <a:spcPts val="0"/>
              </a:spcBef>
              <a:spcAft>
                <a:spcPts val="0"/>
              </a:spcAft>
              <a:buClr>
                <a:schemeClr val="lt1"/>
              </a:buClr>
              <a:buSzPct val="100000"/>
              <a:buFont typeface="Avenir"/>
              <a:buChar char="●"/>
            </a:pPr>
            <a:r>
              <a:rPr lang="en-US" sz="1500">
                <a:solidFill>
                  <a:schemeClr val="lt1"/>
                </a:solidFill>
              </a:rPr>
              <a:t>AI text summarization</a:t>
            </a:r>
            <a:endParaRPr sz="1500">
              <a:solidFill>
                <a:schemeClr val="lt1"/>
              </a:solidFill>
            </a:endParaRPr>
          </a:p>
          <a:p>
            <a:pPr indent="-302419" lvl="0" marL="457200" rtl="0" algn="l">
              <a:lnSpc>
                <a:spcPct val="115000"/>
              </a:lnSpc>
              <a:spcBef>
                <a:spcPts val="0"/>
              </a:spcBef>
              <a:spcAft>
                <a:spcPts val="0"/>
              </a:spcAft>
              <a:buClr>
                <a:schemeClr val="lt1"/>
              </a:buClr>
              <a:buSzPct val="100000"/>
              <a:buFont typeface="Avenir"/>
              <a:buChar char="●"/>
            </a:pPr>
            <a:r>
              <a:rPr lang="en-US" sz="1500">
                <a:solidFill>
                  <a:schemeClr val="lt1"/>
                </a:solidFill>
              </a:rPr>
              <a:t>Video summarization</a:t>
            </a:r>
            <a:endParaRPr sz="1500">
              <a:solidFill>
                <a:schemeClr val="lt1"/>
              </a:solidFill>
            </a:endParaRPr>
          </a:p>
          <a:p>
            <a:pPr indent="-302419" lvl="0" marL="457200" rtl="0" algn="l">
              <a:lnSpc>
                <a:spcPct val="115000"/>
              </a:lnSpc>
              <a:spcBef>
                <a:spcPts val="0"/>
              </a:spcBef>
              <a:spcAft>
                <a:spcPts val="0"/>
              </a:spcAft>
              <a:buClr>
                <a:schemeClr val="lt1"/>
              </a:buClr>
              <a:buSzPct val="100000"/>
              <a:buFont typeface="Avenir"/>
              <a:buChar char="●"/>
            </a:pPr>
            <a:r>
              <a:rPr lang="en-US" sz="1500">
                <a:solidFill>
                  <a:schemeClr val="lt1"/>
                </a:solidFill>
              </a:rPr>
              <a:t>Quiz generation</a:t>
            </a:r>
            <a:endParaRPr sz="1500">
              <a:solidFill>
                <a:schemeClr val="lt1"/>
              </a:solidFill>
            </a:endParaRPr>
          </a:p>
          <a:p>
            <a:pPr indent="-302419" lvl="0" marL="457200" rtl="0" algn="l">
              <a:lnSpc>
                <a:spcPct val="115000"/>
              </a:lnSpc>
              <a:spcBef>
                <a:spcPts val="0"/>
              </a:spcBef>
              <a:spcAft>
                <a:spcPts val="0"/>
              </a:spcAft>
              <a:buClr>
                <a:schemeClr val="lt1"/>
              </a:buClr>
              <a:buSzPct val="100000"/>
              <a:buFont typeface="Avenir"/>
              <a:buChar char="●"/>
            </a:pPr>
            <a:r>
              <a:rPr lang="en-US" sz="1500">
                <a:solidFill>
                  <a:schemeClr val="lt1"/>
                </a:solidFill>
              </a:rPr>
              <a:t>AI evaluation/feedback</a:t>
            </a:r>
            <a:endParaRPr sz="1500">
              <a:solidFill>
                <a:schemeClr val="lt1"/>
              </a:solidFill>
            </a:endParaRPr>
          </a:p>
          <a:p>
            <a:pPr indent="-302419" lvl="0" marL="457200" rtl="0" algn="l">
              <a:lnSpc>
                <a:spcPct val="115000"/>
              </a:lnSpc>
              <a:spcBef>
                <a:spcPts val="0"/>
              </a:spcBef>
              <a:spcAft>
                <a:spcPts val="0"/>
              </a:spcAft>
              <a:buClr>
                <a:schemeClr val="lt1"/>
              </a:buClr>
              <a:buSzPct val="100000"/>
              <a:buFont typeface="Avenir"/>
              <a:buChar char="●"/>
            </a:pPr>
            <a:r>
              <a:rPr lang="en-US" sz="1500">
                <a:solidFill>
                  <a:schemeClr val="lt1"/>
                </a:solidFill>
              </a:rPr>
              <a:t>Progress tracking</a:t>
            </a:r>
            <a:endParaRPr sz="1500">
              <a:solidFill>
                <a:schemeClr val="lt1"/>
              </a:solidFill>
            </a:endParaRPr>
          </a:p>
          <a:p>
            <a:pPr indent="0" lvl="0" marL="0" rtl="0" algn="l">
              <a:lnSpc>
                <a:spcPct val="115000"/>
              </a:lnSpc>
              <a:spcBef>
                <a:spcPts val="1800"/>
              </a:spcBef>
              <a:spcAft>
                <a:spcPts val="0"/>
              </a:spcAft>
              <a:buClr>
                <a:schemeClr val="dk1"/>
              </a:buClr>
              <a:buSzPct val="73333"/>
              <a:buFont typeface="Arial"/>
              <a:buNone/>
            </a:pPr>
            <a:r>
              <a:rPr b="1" lang="en-US" sz="1500">
                <a:solidFill>
                  <a:schemeClr val="lt1"/>
                </a:solidFill>
              </a:rPr>
              <a:t>Nice-to-Have Features</a:t>
            </a:r>
            <a:endParaRPr b="1" sz="1500">
              <a:solidFill>
                <a:schemeClr val="lt1"/>
              </a:solidFill>
            </a:endParaRPr>
          </a:p>
          <a:p>
            <a:pPr indent="-302419" lvl="0" marL="457200" rtl="0" algn="l">
              <a:lnSpc>
                <a:spcPct val="115000"/>
              </a:lnSpc>
              <a:spcBef>
                <a:spcPts val="1200"/>
              </a:spcBef>
              <a:spcAft>
                <a:spcPts val="0"/>
              </a:spcAft>
              <a:buClr>
                <a:schemeClr val="lt1"/>
              </a:buClr>
              <a:buSzPct val="100000"/>
              <a:buFont typeface="Avenir"/>
              <a:buChar char="●"/>
            </a:pPr>
            <a:r>
              <a:rPr lang="en-US" sz="1500">
                <a:solidFill>
                  <a:schemeClr val="lt1"/>
                </a:solidFill>
              </a:rPr>
              <a:t>Dark mode</a:t>
            </a:r>
            <a:endParaRPr sz="1500">
              <a:solidFill>
                <a:schemeClr val="lt1"/>
              </a:solidFill>
            </a:endParaRPr>
          </a:p>
          <a:p>
            <a:pPr indent="-302419" lvl="0" marL="457200" rtl="0" algn="l">
              <a:lnSpc>
                <a:spcPct val="115000"/>
              </a:lnSpc>
              <a:spcBef>
                <a:spcPts val="0"/>
              </a:spcBef>
              <a:spcAft>
                <a:spcPts val="0"/>
              </a:spcAft>
              <a:buClr>
                <a:schemeClr val="lt1"/>
              </a:buClr>
              <a:buSzPct val="100000"/>
              <a:buFont typeface="Avenir"/>
              <a:buChar char="●"/>
            </a:pPr>
            <a:r>
              <a:rPr lang="en-US" sz="1500">
                <a:solidFill>
                  <a:schemeClr val="lt1"/>
                </a:solidFill>
              </a:rPr>
              <a:t>Study analytics</a:t>
            </a:r>
            <a:endParaRPr sz="1500">
              <a:solidFill>
                <a:schemeClr val="lt1"/>
              </a:solidFill>
            </a:endParaRPr>
          </a:p>
          <a:p>
            <a:pPr indent="-302419" lvl="0" marL="457200" rtl="0" algn="l">
              <a:lnSpc>
                <a:spcPct val="115000"/>
              </a:lnSpc>
              <a:spcBef>
                <a:spcPts val="0"/>
              </a:spcBef>
              <a:spcAft>
                <a:spcPts val="0"/>
              </a:spcAft>
              <a:buClr>
                <a:schemeClr val="lt1"/>
              </a:buClr>
              <a:buSzPct val="100000"/>
              <a:buFont typeface="Avenir"/>
              <a:buChar char="●"/>
            </a:pPr>
            <a:r>
              <a:rPr lang="en-US" sz="1500">
                <a:solidFill>
                  <a:schemeClr val="lt1"/>
                </a:solidFill>
              </a:rPr>
              <a:t>Personalized recommendations</a:t>
            </a:r>
            <a:endParaRPr sz="1500">
              <a:solidFill>
                <a:schemeClr val="lt1"/>
              </a:solidFill>
            </a:endParaRPr>
          </a:p>
          <a:p>
            <a:pPr indent="0" lvl="0" marL="0" rtl="0" algn="l">
              <a:lnSpc>
                <a:spcPct val="115000"/>
              </a:lnSpc>
              <a:spcBef>
                <a:spcPts val="1800"/>
              </a:spcBef>
              <a:spcAft>
                <a:spcPts val="0"/>
              </a:spcAft>
              <a:buNone/>
            </a:pPr>
            <a:r>
              <a:rPr b="1" lang="en-US" sz="1500">
                <a:solidFill>
                  <a:schemeClr val="lt1"/>
                </a:solidFill>
              </a:rPr>
              <a:t>4 AI Agents</a:t>
            </a:r>
            <a:endParaRPr b="1" sz="1500">
              <a:solidFill>
                <a:schemeClr val="lt1"/>
              </a:solidFill>
            </a:endParaRPr>
          </a:p>
          <a:p>
            <a:pPr indent="-302419" lvl="0" marL="457200" rtl="0" algn="l">
              <a:lnSpc>
                <a:spcPct val="115000"/>
              </a:lnSpc>
              <a:spcBef>
                <a:spcPts val="1200"/>
              </a:spcBef>
              <a:spcAft>
                <a:spcPts val="0"/>
              </a:spcAft>
              <a:buClr>
                <a:schemeClr val="lt1"/>
              </a:buClr>
              <a:buSzPct val="100000"/>
              <a:buFont typeface="Avenir"/>
              <a:buAutoNum type="arabicPeriod"/>
            </a:pPr>
            <a:r>
              <a:rPr lang="en-US" sz="1500">
                <a:solidFill>
                  <a:schemeClr val="lt1"/>
                </a:solidFill>
              </a:rPr>
              <a:t>Text Summarization Agent</a:t>
            </a:r>
            <a:endParaRPr sz="1500">
              <a:solidFill>
                <a:schemeClr val="lt1"/>
              </a:solidFill>
            </a:endParaRPr>
          </a:p>
          <a:p>
            <a:pPr indent="-302419" lvl="0" marL="457200" rtl="0" algn="l">
              <a:lnSpc>
                <a:spcPct val="115000"/>
              </a:lnSpc>
              <a:spcBef>
                <a:spcPts val="0"/>
              </a:spcBef>
              <a:spcAft>
                <a:spcPts val="0"/>
              </a:spcAft>
              <a:buClr>
                <a:schemeClr val="lt1"/>
              </a:buClr>
              <a:buSzPct val="100000"/>
              <a:buFont typeface="Avenir"/>
              <a:buAutoNum type="arabicPeriod"/>
            </a:pPr>
            <a:r>
              <a:rPr lang="en-US" sz="1500">
                <a:solidFill>
                  <a:schemeClr val="lt1"/>
                </a:solidFill>
              </a:rPr>
              <a:t>Video/Lecture Agent</a:t>
            </a:r>
            <a:endParaRPr sz="1500">
              <a:solidFill>
                <a:schemeClr val="lt1"/>
              </a:solidFill>
            </a:endParaRPr>
          </a:p>
          <a:p>
            <a:pPr indent="-302419" lvl="0" marL="457200" rtl="0" algn="l">
              <a:lnSpc>
                <a:spcPct val="115000"/>
              </a:lnSpc>
              <a:spcBef>
                <a:spcPts val="0"/>
              </a:spcBef>
              <a:spcAft>
                <a:spcPts val="0"/>
              </a:spcAft>
              <a:buClr>
                <a:schemeClr val="lt1"/>
              </a:buClr>
              <a:buSzPct val="100000"/>
              <a:buFont typeface="Avenir"/>
              <a:buAutoNum type="arabicPeriod"/>
            </a:pPr>
            <a:r>
              <a:rPr lang="en-US" sz="1500">
                <a:solidFill>
                  <a:schemeClr val="lt1"/>
                </a:solidFill>
              </a:rPr>
              <a:t>Quiz Generation Agent</a:t>
            </a:r>
            <a:endParaRPr sz="1500">
              <a:solidFill>
                <a:schemeClr val="lt1"/>
              </a:solidFill>
            </a:endParaRPr>
          </a:p>
          <a:p>
            <a:pPr indent="-302419" lvl="0" marL="457200" rtl="0" algn="l">
              <a:lnSpc>
                <a:spcPct val="115000"/>
              </a:lnSpc>
              <a:spcBef>
                <a:spcPts val="0"/>
              </a:spcBef>
              <a:spcAft>
                <a:spcPts val="0"/>
              </a:spcAft>
              <a:buClr>
                <a:schemeClr val="lt1"/>
              </a:buClr>
              <a:buSzPct val="100000"/>
              <a:buFont typeface="Avenir"/>
              <a:buAutoNum type="arabicPeriod"/>
            </a:pPr>
            <a:r>
              <a:rPr lang="en-US" sz="1500">
                <a:solidFill>
                  <a:schemeClr val="lt1"/>
                </a:solidFill>
              </a:rPr>
              <a:t>Feedback/Evaluation Agent</a:t>
            </a:r>
            <a:endParaRPr sz="1500">
              <a:solidFill>
                <a:schemeClr val="lt1"/>
              </a:solidFill>
            </a:endParaRPr>
          </a:p>
          <a:p>
            <a:pPr indent="0" lvl="1" marL="0" rtl="0" algn="l">
              <a:lnSpc>
                <a:spcPct val="110000"/>
              </a:lnSpc>
              <a:spcBef>
                <a:spcPts val="1200"/>
              </a:spcBef>
              <a:spcAft>
                <a:spcPts val="0"/>
              </a:spcAft>
              <a:buClr>
                <a:schemeClr val="dk1"/>
              </a:buClr>
              <a:buSzPct val="100000"/>
              <a:buFont typeface="Arial"/>
              <a:buNone/>
            </a:pPr>
            <a:r>
              <a:t/>
            </a:r>
            <a:endParaRPr b="1" sz="1100">
              <a:solidFill>
                <a:schemeClr val="lt1"/>
              </a:solidFill>
            </a:endParaRPr>
          </a:p>
        </p:txBody>
      </p:sp>
      <p:sp>
        <p:nvSpPr>
          <p:cNvPr id="539" name="Google Shape;539;p6"/>
          <p:cNvSpPr/>
          <p:nvPr/>
        </p:nvSpPr>
        <p:spPr>
          <a:xfrm>
            <a:off x="-36500" y="6412500"/>
            <a:ext cx="78204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540" name="Google Shape;540;p6"/>
          <p:cNvSpPr/>
          <p:nvPr/>
        </p:nvSpPr>
        <p:spPr>
          <a:xfrm>
            <a:off x="7784000" y="6412500"/>
            <a:ext cx="44079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38"/>
                                        </p:tgtEl>
                                        <p:attrNameLst>
                                          <p:attrName>style.visibility</p:attrName>
                                        </p:attrNameLst>
                                      </p:cBhvr>
                                      <p:to>
                                        <p:strVal val="visible"/>
                                      </p:to>
                                    </p:set>
                                    <p:animEffect filter="fade" transition="in">
                                      <p:cBhvr>
                                        <p:cTn dur="250"/>
                                        <p:tgtEl>
                                          <p:spTgt spid="5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
          <p:cNvSpPr/>
          <p:nvPr/>
        </p:nvSpPr>
        <p:spPr>
          <a:xfrm>
            <a:off x="-31750" y="-44450"/>
            <a:ext cx="12192000" cy="68580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547" name="Google Shape;547;p7"/>
          <p:cNvSpPr txBox="1"/>
          <p:nvPr>
            <p:ph type="title"/>
          </p:nvPr>
        </p:nvSpPr>
        <p:spPr>
          <a:xfrm>
            <a:off x="8311900" y="832098"/>
            <a:ext cx="2839500" cy="953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venir"/>
              <a:buNone/>
            </a:pPr>
            <a:r>
              <a:rPr lang="en-US">
                <a:solidFill>
                  <a:schemeClr val="lt1"/>
                </a:solidFill>
              </a:rPr>
              <a:t>Architecture Overview</a:t>
            </a:r>
            <a:endParaRPr>
              <a:solidFill>
                <a:schemeClr val="lt1"/>
              </a:solidFill>
            </a:endParaRPr>
          </a:p>
        </p:txBody>
      </p:sp>
      <p:pic>
        <p:nvPicPr>
          <p:cNvPr descr="Social media network communication connection" id="548" name="Google Shape;548;p7"/>
          <p:cNvPicPr preferRelativeResize="0"/>
          <p:nvPr>
            <p:ph idx="2" type="pic"/>
          </p:nvPr>
        </p:nvPicPr>
        <p:blipFill rotWithShape="1">
          <a:blip r:embed="rId3">
            <a:alphaModFix/>
          </a:blip>
          <a:srcRect b="-2" l="12468" r="6490" t="0"/>
          <a:stretch/>
        </p:blipFill>
        <p:spPr>
          <a:xfrm>
            <a:off x="20" y="-1"/>
            <a:ext cx="7783977" cy="6411309"/>
          </a:xfrm>
          <a:prstGeom prst="rect">
            <a:avLst/>
          </a:prstGeom>
          <a:noFill/>
          <a:ln>
            <a:noFill/>
          </a:ln>
        </p:spPr>
      </p:pic>
      <p:sp>
        <p:nvSpPr>
          <p:cNvPr id="549" name="Google Shape;549;p7"/>
          <p:cNvSpPr txBox="1"/>
          <p:nvPr>
            <p:ph idx="1" type="body"/>
          </p:nvPr>
        </p:nvSpPr>
        <p:spPr>
          <a:xfrm>
            <a:off x="8311900" y="1785504"/>
            <a:ext cx="3335400" cy="40209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sz="1400">
                <a:solidFill>
                  <a:schemeClr val="lt1"/>
                </a:solidFill>
              </a:rPr>
              <a:t>UI (Next.js Frontend)</a:t>
            </a:r>
            <a:br>
              <a:rPr lang="en-US" sz="1400">
                <a:solidFill>
                  <a:schemeClr val="lt1"/>
                </a:solidFill>
              </a:rPr>
            </a:br>
            <a:r>
              <a:rPr lang="en-US" sz="1400">
                <a:solidFill>
                  <a:schemeClr val="lt1"/>
                </a:solidFill>
              </a:rPr>
              <a:t>↓</a:t>
            </a:r>
            <a:br>
              <a:rPr lang="en-US" sz="1400">
                <a:solidFill>
                  <a:schemeClr val="lt1"/>
                </a:solidFill>
              </a:rPr>
            </a:br>
            <a:r>
              <a:rPr lang="en-US" sz="1400">
                <a:solidFill>
                  <a:schemeClr val="lt1"/>
                </a:solidFill>
              </a:rPr>
              <a:t>API Routes / Cloud APIs</a:t>
            </a:r>
            <a:br>
              <a:rPr lang="en-US" sz="1400">
                <a:solidFill>
                  <a:schemeClr val="lt1"/>
                </a:solidFill>
              </a:rPr>
            </a:br>
            <a:r>
              <a:rPr lang="en-US" sz="1400">
                <a:solidFill>
                  <a:schemeClr val="lt1"/>
                </a:solidFill>
              </a:rPr>
              <a:t>↓</a:t>
            </a:r>
            <a:br>
              <a:rPr lang="en-US" sz="1400">
                <a:solidFill>
                  <a:schemeClr val="lt1"/>
                </a:solidFill>
              </a:rPr>
            </a:br>
            <a:r>
              <a:rPr lang="en-US" sz="1400">
                <a:solidFill>
                  <a:schemeClr val="lt1"/>
                </a:solidFill>
              </a:rPr>
              <a:t>AI Services (OpenAI + Anthropic APIs)</a:t>
            </a:r>
            <a:br>
              <a:rPr lang="en-US" sz="1400">
                <a:solidFill>
                  <a:schemeClr val="lt1"/>
                </a:solidFill>
              </a:rPr>
            </a:br>
            <a:r>
              <a:rPr lang="en-US" sz="1400">
                <a:solidFill>
                  <a:schemeClr val="lt1"/>
                </a:solidFill>
              </a:rPr>
              <a:t>↓</a:t>
            </a:r>
            <a:br>
              <a:rPr lang="en-US" sz="1400">
                <a:solidFill>
                  <a:schemeClr val="lt1"/>
                </a:solidFill>
              </a:rPr>
            </a:br>
            <a:r>
              <a:rPr lang="en-US" sz="1400">
                <a:solidFill>
                  <a:schemeClr val="lt1"/>
                </a:solidFill>
              </a:rPr>
              <a:t>Firebase Firestore / Storage</a:t>
            </a:r>
            <a:endParaRPr sz="1400">
              <a:solidFill>
                <a:schemeClr val="lt1"/>
              </a:solidFill>
            </a:endParaRPr>
          </a:p>
          <a:p>
            <a:pPr indent="0" lvl="0" marL="0" rtl="0" algn="l">
              <a:lnSpc>
                <a:spcPct val="115000"/>
              </a:lnSpc>
              <a:spcBef>
                <a:spcPts val="1800"/>
              </a:spcBef>
              <a:spcAft>
                <a:spcPts val="0"/>
              </a:spcAft>
              <a:buClr>
                <a:schemeClr val="dk1"/>
              </a:buClr>
              <a:buSzPts val="1100"/>
              <a:buFont typeface="Arial"/>
              <a:buNone/>
            </a:pPr>
            <a:r>
              <a:rPr b="1" lang="en-US" sz="1400">
                <a:solidFill>
                  <a:schemeClr val="lt1"/>
                </a:solidFill>
              </a:rPr>
              <a:t>Technologies</a:t>
            </a:r>
            <a:endParaRPr b="1" sz="1400">
              <a:solidFill>
                <a:schemeClr val="lt1"/>
              </a:solidFill>
            </a:endParaRPr>
          </a:p>
          <a:p>
            <a:pPr indent="-317500" lvl="0" marL="457200" rtl="0" algn="l">
              <a:lnSpc>
                <a:spcPct val="115000"/>
              </a:lnSpc>
              <a:spcBef>
                <a:spcPts val="1200"/>
              </a:spcBef>
              <a:spcAft>
                <a:spcPts val="0"/>
              </a:spcAft>
              <a:buClr>
                <a:schemeClr val="lt1"/>
              </a:buClr>
              <a:buSzPts val="1400"/>
              <a:buFont typeface="Avenir"/>
              <a:buChar char="●"/>
            </a:pPr>
            <a:r>
              <a:rPr lang="en-US" sz="1400">
                <a:solidFill>
                  <a:schemeClr val="lt1"/>
                </a:solidFill>
              </a:rPr>
              <a:t>Next.js</a:t>
            </a:r>
            <a:endParaRPr sz="1400">
              <a:solidFill>
                <a:schemeClr val="lt1"/>
              </a:solidFill>
            </a:endParaRPr>
          </a:p>
          <a:p>
            <a:pPr indent="-317500" lvl="0" marL="457200" rtl="0" algn="l">
              <a:lnSpc>
                <a:spcPct val="115000"/>
              </a:lnSpc>
              <a:spcBef>
                <a:spcPts val="0"/>
              </a:spcBef>
              <a:spcAft>
                <a:spcPts val="0"/>
              </a:spcAft>
              <a:buClr>
                <a:schemeClr val="lt1"/>
              </a:buClr>
              <a:buSzPts val="1400"/>
              <a:buFont typeface="Avenir"/>
              <a:buChar char="●"/>
            </a:pPr>
            <a:r>
              <a:rPr lang="en-US" sz="1400">
                <a:solidFill>
                  <a:schemeClr val="lt1"/>
                </a:solidFill>
              </a:rPr>
              <a:t>Firebase</a:t>
            </a:r>
            <a:endParaRPr sz="1400">
              <a:solidFill>
                <a:schemeClr val="lt1"/>
              </a:solidFill>
            </a:endParaRPr>
          </a:p>
          <a:p>
            <a:pPr indent="-317500" lvl="0" marL="457200" rtl="0" algn="l">
              <a:lnSpc>
                <a:spcPct val="115000"/>
              </a:lnSpc>
              <a:spcBef>
                <a:spcPts val="0"/>
              </a:spcBef>
              <a:spcAft>
                <a:spcPts val="0"/>
              </a:spcAft>
              <a:buClr>
                <a:schemeClr val="lt1"/>
              </a:buClr>
              <a:buSzPts val="1400"/>
              <a:buFont typeface="Avenir"/>
              <a:buChar char="●"/>
            </a:pPr>
            <a:r>
              <a:rPr lang="en-US" sz="1400">
                <a:solidFill>
                  <a:schemeClr val="lt1"/>
                </a:solidFill>
              </a:rPr>
              <a:t>OpenAI API</a:t>
            </a:r>
            <a:endParaRPr sz="1400">
              <a:solidFill>
                <a:schemeClr val="lt1"/>
              </a:solidFill>
            </a:endParaRPr>
          </a:p>
          <a:p>
            <a:pPr indent="-317500" lvl="0" marL="457200" rtl="0" algn="l">
              <a:lnSpc>
                <a:spcPct val="115000"/>
              </a:lnSpc>
              <a:spcBef>
                <a:spcPts val="0"/>
              </a:spcBef>
              <a:spcAft>
                <a:spcPts val="0"/>
              </a:spcAft>
              <a:buClr>
                <a:schemeClr val="lt1"/>
              </a:buClr>
              <a:buSzPts val="1400"/>
              <a:buFont typeface="Avenir"/>
              <a:buChar char="●"/>
            </a:pPr>
            <a:r>
              <a:rPr lang="en-US" sz="1400">
                <a:solidFill>
                  <a:schemeClr val="lt1"/>
                </a:solidFill>
              </a:rPr>
              <a:t>Anthropic API</a:t>
            </a:r>
            <a:endParaRPr sz="1400">
              <a:solidFill>
                <a:schemeClr val="lt1"/>
              </a:solidFill>
            </a:endParaRPr>
          </a:p>
          <a:p>
            <a:pPr indent="-317500" lvl="0" marL="457200" rtl="0" algn="l">
              <a:lnSpc>
                <a:spcPct val="115000"/>
              </a:lnSpc>
              <a:spcBef>
                <a:spcPts val="0"/>
              </a:spcBef>
              <a:spcAft>
                <a:spcPts val="0"/>
              </a:spcAft>
              <a:buClr>
                <a:schemeClr val="lt1"/>
              </a:buClr>
              <a:buSzPts val="1400"/>
              <a:buFont typeface="Avenir"/>
              <a:buChar char="●"/>
            </a:pPr>
            <a:r>
              <a:rPr lang="en-US" sz="1400">
                <a:solidFill>
                  <a:schemeClr val="lt1"/>
                </a:solidFill>
              </a:rPr>
              <a:t>Vercel</a:t>
            </a:r>
            <a:endParaRPr sz="1400">
              <a:solidFill>
                <a:schemeClr val="lt1"/>
              </a:solidFill>
            </a:endParaRPr>
          </a:p>
          <a:p>
            <a:pPr indent="0" lvl="1" marL="0" rtl="0" algn="l">
              <a:lnSpc>
                <a:spcPct val="110000"/>
              </a:lnSpc>
              <a:spcBef>
                <a:spcPts val="1200"/>
              </a:spcBef>
              <a:spcAft>
                <a:spcPts val="0"/>
              </a:spcAft>
              <a:buClr>
                <a:schemeClr val="dk1"/>
              </a:buClr>
              <a:buSzPts val="1000"/>
              <a:buFont typeface="Arial"/>
              <a:buNone/>
            </a:pPr>
            <a:r>
              <a:t/>
            </a:r>
            <a:endParaRPr b="1" sz="1000">
              <a:solidFill>
                <a:schemeClr val="lt1"/>
              </a:solidFill>
            </a:endParaRPr>
          </a:p>
        </p:txBody>
      </p:sp>
      <p:sp>
        <p:nvSpPr>
          <p:cNvPr id="550" name="Google Shape;550;p7"/>
          <p:cNvSpPr/>
          <p:nvPr/>
        </p:nvSpPr>
        <p:spPr>
          <a:xfrm>
            <a:off x="-36500" y="6412500"/>
            <a:ext cx="78330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551" name="Google Shape;551;p7"/>
          <p:cNvSpPr/>
          <p:nvPr/>
        </p:nvSpPr>
        <p:spPr>
          <a:xfrm>
            <a:off x="7796400" y="6412500"/>
            <a:ext cx="43956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49"/>
                                        </p:tgtEl>
                                        <p:attrNameLst>
                                          <p:attrName>style.visibility</p:attrName>
                                        </p:attrNameLst>
                                      </p:cBhvr>
                                      <p:to>
                                        <p:strVal val="visible"/>
                                      </p:to>
                                    </p:set>
                                    <p:animEffect filter="fade" transition="in">
                                      <p:cBhvr>
                                        <p:cTn dur="250"/>
                                        <p:tgtEl>
                                          <p:spTgt spid="5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3dd9c5dd27e_1_8"/>
          <p:cNvSpPr/>
          <p:nvPr/>
        </p:nvSpPr>
        <p:spPr>
          <a:xfrm>
            <a:off x="-31750" y="-44450"/>
            <a:ext cx="12192000" cy="68580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558" name="Google Shape;558;g3dd9c5dd27e_1_8"/>
          <p:cNvSpPr txBox="1"/>
          <p:nvPr>
            <p:ph type="title"/>
          </p:nvPr>
        </p:nvSpPr>
        <p:spPr>
          <a:xfrm>
            <a:off x="292025" y="595125"/>
            <a:ext cx="3273600" cy="1062600"/>
          </a:xfrm>
          <a:prstGeom prst="rect">
            <a:avLst/>
          </a:prstGeom>
        </p:spPr>
        <p:txBody>
          <a:bodyPr anchorCtr="0" anchor="b" bIns="45700" lIns="91425" spcFirstLastPara="1" rIns="91425" wrap="square" tIns="45700">
            <a:normAutofit/>
          </a:bodyPr>
          <a:lstStyle/>
          <a:p>
            <a:pPr indent="0" lvl="0" marL="0" rtl="0" algn="l">
              <a:lnSpc>
                <a:spcPct val="115000"/>
              </a:lnSpc>
              <a:spcBef>
                <a:spcPts val="2400"/>
              </a:spcBef>
              <a:spcAft>
                <a:spcPts val="0"/>
              </a:spcAft>
              <a:buClr>
                <a:schemeClr val="dk1"/>
              </a:buClr>
              <a:buSzPts val="1100"/>
              <a:buFont typeface="Arial"/>
              <a:buNone/>
            </a:pPr>
            <a:r>
              <a:rPr lang="en-US" sz="2300">
                <a:solidFill>
                  <a:schemeClr val="lt1"/>
                </a:solidFill>
                <a:latin typeface="Arial"/>
                <a:ea typeface="Arial"/>
                <a:cs typeface="Arial"/>
                <a:sym typeface="Arial"/>
              </a:rPr>
              <a:t>API Design Slide</a:t>
            </a:r>
            <a:endParaRPr sz="2300">
              <a:solidFill>
                <a:schemeClr val="lt1"/>
              </a:solidFill>
              <a:latin typeface="Arial"/>
              <a:ea typeface="Arial"/>
              <a:cs typeface="Arial"/>
              <a:sym typeface="Arial"/>
            </a:endParaRPr>
          </a:p>
          <a:p>
            <a:pPr indent="0" lvl="0" marL="0" rtl="0" algn="l">
              <a:spcBef>
                <a:spcPts val="600"/>
              </a:spcBef>
              <a:spcAft>
                <a:spcPts val="0"/>
              </a:spcAft>
              <a:buNone/>
            </a:pPr>
            <a:r>
              <a:t/>
            </a:r>
            <a:endParaRPr>
              <a:solidFill>
                <a:schemeClr val="lt1"/>
              </a:solidFill>
            </a:endParaRPr>
          </a:p>
        </p:txBody>
      </p:sp>
      <p:sp>
        <p:nvSpPr>
          <p:cNvPr id="559" name="Google Shape;559;g3dd9c5dd27e_1_8"/>
          <p:cNvSpPr txBox="1"/>
          <p:nvPr>
            <p:ph idx="1" type="body"/>
          </p:nvPr>
        </p:nvSpPr>
        <p:spPr>
          <a:xfrm>
            <a:off x="292025" y="1190225"/>
            <a:ext cx="11293500" cy="4987800"/>
          </a:xfrm>
          <a:prstGeom prst="rect">
            <a:avLst/>
          </a:prstGeom>
        </p:spPr>
        <p:txBody>
          <a:bodyPr anchorCtr="0" anchor="t" bIns="45700" lIns="91425" spcFirstLastPara="1" rIns="91425" wrap="square" tIns="45700">
            <a:normAutofit fontScale="77500" lnSpcReduction="20000"/>
          </a:bodyPr>
          <a:lstStyle/>
          <a:p>
            <a:pPr indent="0" lvl="0" marL="0" rtl="0" algn="l">
              <a:lnSpc>
                <a:spcPct val="115000"/>
              </a:lnSpc>
              <a:spcBef>
                <a:spcPts val="2400"/>
              </a:spcBef>
              <a:spcAft>
                <a:spcPts val="0"/>
              </a:spcAft>
              <a:buNone/>
            </a:pPr>
            <a:r>
              <a:rPr b="1" lang="en-US" sz="2700">
                <a:solidFill>
                  <a:schemeClr val="lt1"/>
                </a:solidFill>
                <a:latin typeface="Arial"/>
                <a:ea typeface="Arial"/>
                <a:cs typeface="Arial"/>
                <a:sym typeface="Arial"/>
              </a:rPr>
              <a:t>API 1 — Text Summarization API</a:t>
            </a:r>
            <a:endParaRPr b="1" sz="2700">
              <a:solidFill>
                <a:schemeClr val="lt1"/>
              </a:solidFill>
              <a:latin typeface="Arial"/>
              <a:ea typeface="Arial"/>
              <a:cs typeface="Arial"/>
              <a:sym typeface="Arial"/>
            </a:endParaRPr>
          </a:p>
          <a:p>
            <a:pPr indent="0" lvl="0" marL="0" rtl="0" algn="l">
              <a:lnSpc>
                <a:spcPct val="115000"/>
              </a:lnSpc>
              <a:spcBef>
                <a:spcPts val="600"/>
              </a:spcBef>
              <a:spcAft>
                <a:spcPts val="0"/>
              </a:spcAft>
              <a:buNone/>
            </a:pPr>
            <a:r>
              <a:rPr b="1" lang="en-US" sz="1508">
                <a:solidFill>
                  <a:schemeClr val="lt1"/>
                </a:solidFill>
                <a:latin typeface="Arial"/>
                <a:ea typeface="Arial"/>
                <a:cs typeface="Arial"/>
                <a:sym typeface="Arial"/>
              </a:rPr>
              <a:t>Purpose:</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508">
                <a:solidFill>
                  <a:schemeClr val="lt1"/>
                </a:solidFill>
                <a:latin typeface="Arial"/>
                <a:ea typeface="Arial"/>
                <a:cs typeface="Arial"/>
                <a:sym typeface="Arial"/>
              </a:rPr>
              <a:t>This API summarizes uploaded notes or text into shorter and easier-to-understand study material for students.</a:t>
            </a:r>
            <a:endParaRPr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b="1" lang="en-US" sz="1508">
                <a:solidFill>
                  <a:schemeClr val="lt1"/>
                </a:solidFill>
                <a:latin typeface="Arial"/>
                <a:ea typeface="Arial"/>
                <a:cs typeface="Arial"/>
                <a:sym typeface="Arial"/>
              </a:rPr>
              <a:t>Method:</a:t>
            </a:r>
            <a:r>
              <a:rPr lang="en-US" sz="1508">
                <a:solidFill>
                  <a:schemeClr val="lt1"/>
                </a:solidFill>
                <a:latin typeface="Arial"/>
                <a:ea typeface="Arial"/>
                <a:cs typeface="Arial"/>
                <a:sym typeface="Arial"/>
              </a:rPr>
              <a:t> POST</a:t>
            </a:r>
            <a:endParaRPr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b="1" lang="en-US" sz="1508">
                <a:solidFill>
                  <a:schemeClr val="lt1"/>
                </a:solidFill>
                <a:latin typeface="Arial"/>
                <a:ea typeface="Arial"/>
                <a:cs typeface="Arial"/>
                <a:sym typeface="Arial"/>
              </a:rPr>
              <a:t>Endpoint:</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508">
                <a:solidFill>
                  <a:schemeClr val="lt1"/>
                </a:solidFill>
                <a:latin typeface="Arial"/>
                <a:ea typeface="Arial"/>
                <a:cs typeface="Arial"/>
                <a:sym typeface="Arial"/>
              </a:rPr>
              <a:t>/api/summarize</a:t>
            </a:r>
            <a:endParaRPr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b="1" lang="en-US" sz="1508">
                <a:solidFill>
                  <a:schemeClr val="lt1"/>
                </a:solidFill>
                <a:latin typeface="Arial"/>
                <a:ea typeface="Arial"/>
                <a:cs typeface="Arial"/>
                <a:sym typeface="Arial"/>
              </a:rPr>
              <a:t>Cloud Service:</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508">
                <a:solidFill>
                  <a:schemeClr val="lt1"/>
                </a:solidFill>
                <a:latin typeface="Arial"/>
                <a:ea typeface="Arial"/>
                <a:cs typeface="Arial"/>
                <a:sym typeface="Arial"/>
              </a:rPr>
              <a:t>Claude</a:t>
            </a:r>
            <a:r>
              <a:rPr lang="en-US" sz="1508">
                <a:solidFill>
                  <a:schemeClr val="lt1"/>
                </a:solidFill>
                <a:latin typeface="Arial"/>
                <a:ea typeface="Arial"/>
                <a:cs typeface="Arial"/>
                <a:sym typeface="Arial"/>
              </a:rPr>
              <a:t> API + Vercel Deployment</a:t>
            </a:r>
            <a:endParaRPr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b="1" lang="en-US" sz="1508">
                <a:solidFill>
                  <a:schemeClr val="lt1"/>
                </a:solidFill>
                <a:latin typeface="Arial"/>
                <a:ea typeface="Arial"/>
                <a:cs typeface="Arial"/>
                <a:sym typeface="Arial"/>
              </a:rPr>
              <a:t>Input (JSON Request):</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508">
                <a:solidFill>
                  <a:schemeClr val="lt1"/>
                </a:solidFill>
                <a:latin typeface="Arial"/>
                <a:ea typeface="Arial"/>
                <a:cs typeface="Arial"/>
                <a:sym typeface="Arial"/>
              </a:rPr>
              <a:t>{</a:t>
            </a:r>
            <a:endParaRPr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508">
                <a:solidFill>
                  <a:schemeClr val="lt1"/>
                </a:solidFill>
                <a:latin typeface="Arial"/>
                <a:ea typeface="Arial"/>
                <a:cs typeface="Arial"/>
                <a:sym typeface="Arial"/>
              </a:rPr>
              <a:t>  "text": "Artificial Intelligence is transforming education...",</a:t>
            </a:r>
            <a:endParaRPr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508">
                <a:solidFill>
                  <a:schemeClr val="lt1"/>
                </a:solidFill>
                <a:latin typeface="Arial"/>
                <a:ea typeface="Arial"/>
                <a:cs typeface="Arial"/>
                <a:sym typeface="Arial"/>
              </a:rPr>
              <a:t>  "mode": "summary"</a:t>
            </a:r>
            <a:endParaRPr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508">
                <a:solidFill>
                  <a:schemeClr val="lt1"/>
                </a:solidFill>
                <a:latin typeface="Arial"/>
                <a:ea typeface="Arial"/>
                <a:cs typeface="Arial"/>
                <a:sym typeface="Arial"/>
              </a:rPr>
              <a:t>}</a:t>
            </a:r>
            <a:endParaRPr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b="1" lang="en-US" sz="1508">
                <a:solidFill>
                  <a:schemeClr val="lt1"/>
                </a:solidFill>
                <a:latin typeface="Arial"/>
                <a:ea typeface="Arial"/>
                <a:cs typeface="Arial"/>
                <a:sym typeface="Arial"/>
              </a:rPr>
              <a:t>Output (JSON Response):</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508">
                <a:solidFill>
                  <a:schemeClr val="lt1"/>
                </a:solidFill>
                <a:latin typeface="Arial"/>
                <a:ea typeface="Arial"/>
                <a:cs typeface="Arial"/>
                <a:sym typeface="Arial"/>
              </a:rPr>
              <a:t>{</a:t>
            </a:r>
            <a:endParaRPr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508">
                <a:solidFill>
                  <a:schemeClr val="lt1"/>
                </a:solidFill>
                <a:latin typeface="Arial"/>
                <a:ea typeface="Arial"/>
                <a:cs typeface="Arial"/>
                <a:sym typeface="Arial"/>
              </a:rPr>
              <a:t>  "result": "Artificial Intelligence is improving personalized learning and automation in education."</a:t>
            </a:r>
            <a:endParaRPr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508">
                <a:solidFill>
                  <a:schemeClr val="lt1"/>
                </a:solidFill>
                <a:latin typeface="Arial"/>
                <a:ea typeface="Arial"/>
                <a:cs typeface="Arial"/>
                <a:sym typeface="Arial"/>
              </a:rPr>
              <a:t>}</a:t>
            </a:r>
            <a:endParaRPr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b="1" lang="en-US" sz="1508">
                <a:solidFill>
                  <a:schemeClr val="lt1"/>
                </a:solidFill>
                <a:latin typeface="Arial"/>
                <a:ea typeface="Arial"/>
                <a:cs typeface="Arial"/>
                <a:sym typeface="Arial"/>
              </a:rPr>
              <a:t>Related Module:</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508">
                <a:solidFill>
                  <a:schemeClr val="lt1"/>
                </a:solidFill>
                <a:latin typeface="Arial"/>
                <a:ea typeface="Arial"/>
                <a:cs typeface="Arial"/>
                <a:sym typeface="Arial"/>
              </a:rPr>
              <a:t>Text Summarization Agent</a:t>
            </a:r>
            <a:endParaRPr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b="1" lang="en-US" sz="1508">
                <a:solidFill>
                  <a:schemeClr val="lt1"/>
                </a:solidFill>
                <a:latin typeface="Arial"/>
                <a:ea typeface="Arial"/>
                <a:cs typeface="Arial"/>
                <a:sym typeface="Arial"/>
              </a:rPr>
              <a:t>Related Database Tables:</a:t>
            </a:r>
            <a:endParaRPr b="1" sz="1508">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508">
                <a:solidFill>
                  <a:schemeClr val="lt1"/>
                </a:solidFill>
                <a:latin typeface="Arial"/>
                <a:ea typeface="Arial"/>
                <a:cs typeface="Arial"/>
                <a:sym typeface="Arial"/>
              </a:rPr>
              <a:t>Content, Summary</a:t>
            </a:r>
            <a:endParaRPr b="1" sz="6008">
              <a:solidFill>
                <a:schemeClr val="lt1"/>
              </a:solidFill>
            </a:endParaRPr>
          </a:p>
        </p:txBody>
      </p:sp>
      <p:sp>
        <p:nvSpPr>
          <p:cNvPr id="560" name="Google Shape;560;g3dd9c5dd27e_1_8"/>
          <p:cNvSpPr/>
          <p:nvPr/>
        </p:nvSpPr>
        <p:spPr>
          <a:xfrm>
            <a:off x="-36512" y="6412500"/>
            <a:ext cx="77964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561" name="Google Shape;561;g3dd9c5dd27e_1_8"/>
          <p:cNvSpPr/>
          <p:nvPr/>
        </p:nvSpPr>
        <p:spPr>
          <a:xfrm>
            <a:off x="7759900" y="6412500"/>
            <a:ext cx="44322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dd9c5dd27e_1_20"/>
          <p:cNvSpPr/>
          <p:nvPr/>
        </p:nvSpPr>
        <p:spPr>
          <a:xfrm>
            <a:off x="-31750" y="-44450"/>
            <a:ext cx="12192000" cy="68580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568" name="Google Shape;568;g3dd9c5dd27e_1_20"/>
          <p:cNvSpPr txBox="1"/>
          <p:nvPr>
            <p:ph type="title"/>
          </p:nvPr>
        </p:nvSpPr>
        <p:spPr>
          <a:xfrm>
            <a:off x="566775" y="496000"/>
            <a:ext cx="4817700" cy="935100"/>
          </a:xfrm>
          <a:prstGeom prst="rect">
            <a:avLst/>
          </a:prstGeom>
        </p:spPr>
        <p:txBody>
          <a:bodyPr anchorCtr="0" anchor="b" bIns="45700" lIns="91425" spcFirstLastPara="1" rIns="91425" wrap="square" tIns="45700">
            <a:normAutofit fontScale="90000"/>
          </a:bodyPr>
          <a:lstStyle/>
          <a:p>
            <a:pPr indent="0" lvl="0" marL="0" rtl="0" algn="l">
              <a:lnSpc>
                <a:spcPct val="115000"/>
              </a:lnSpc>
              <a:spcBef>
                <a:spcPts val="2400"/>
              </a:spcBef>
              <a:spcAft>
                <a:spcPts val="0"/>
              </a:spcAft>
              <a:buClr>
                <a:schemeClr val="dk1"/>
              </a:buClr>
              <a:buSzPct val="47826"/>
              <a:buFont typeface="Arial"/>
              <a:buNone/>
            </a:pPr>
            <a:r>
              <a:rPr lang="en-US" sz="2300">
                <a:solidFill>
                  <a:schemeClr val="lt1"/>
                </a:solidFill>
                <a:latin typeface="Arial"/>
                <a:ea typeface="Arial"/>
                <a:cs typeface="Arial"/>
                <a:sym typeface="Arial"/>
              </a:rPr>
              <a:t>API 2 — Video Summarization API</a:t>
            </a:r>
            <a:endParaRPr sz="2300">
              <a:solidFill>
                <a:schemeClr val="lt1"/>
              </a:solidFill>
              <a:latin typeface="Arial"/>
              <a:ea typeface="Arial"/>
              <a:cs typeface="Arial"/>
              <a:sym typeface="Arial"/>
            </a:endParaRPr>
          </a:p>
          <a:p>
            <a:pPr indent="0" lvl="0" marL="0" rtl="0" algn="l">
              <a:spcBef>
                <a:spcPts val="600"/>
              </a:spcBef>
              <a:spcAft>
                <a:spcPts val="0"/>
              </a:spcAft>
              <a:buNone/>
            </a:pPr>
            <a:r>
              <a:t/>
            </a:r>
            <a:endParaRPr>
              <a:solidFill>
                <a:schemeClr val="lt1"/>
              </a:solidFill>
            </a:endParaRPr>
          </a:p>
        </p:txBody>
      </p:sp>
      <p:sp>
        <p:nvSpPr>
          <p:cNvPr id="569" name="Google Shape;569;g3dd9c5dd27e_1_20"/>
          <p:cNvSpPr txBox="1"/>
          <p:nvPr>
            <p:ph idx="1" type="body"/>
          </p:nvPr>
        </p:nvSpPr>
        <p:spPr>
          <a:xfrm>
            <a:off x="566784" y="1431099"/>
            <a:ext cx="11018700" cy="43752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Purpose:</a:t>
            </a:r>
            <a:endParaRPr b="1"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This API extracts and summarizes important information from YouTube videos or uploaded lecture videos to help students study more efficiently.</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Method:</a:t>
            </a:r>
            <a:r>
              <a:rPr lang="en-US" sz="1200">
                <a:solidFill>
                  <a:schemeClr val="lt1"/>
                </a:solidFill>
                <a:latin typeface="Arial"/>
                <a:ea typeface="Arial"/>
                <a:cs typeface="Arial"/>
                <a:sym typeface="Arial"/>
              </a:rPr>
              <a:t> POST</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Endpoint:</a:t>
            </a:r>
            <a:endParaRPr b="1"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/api/video-summarize</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Cloud Service:</a:t>
            </a:r>
            <a:endParaRPr b="1"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OpenAI API + RapidAPI + Vercel Deployment</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Input (JSON Request):</a:t>
            </a:r>
            <a:endParaRPr b="1"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"url": "https://www.youtube.com/watch?v=example"</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Output (JSON Response):</a:t>
            </a:r>
            <a:endParaRPr b="1"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"summary": "This lecture discusses machine learning fundamentals and neural networks."</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Related Module:</a:t>
            </a:r>
            <a:endParaRPr b="1"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Video/Lecture Summarization Agent</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Related Database Tables:</a:t>
            </a:r>
            <a:endParaRPr b="1" sz="1200">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lang="en-US" sz="1200">
                <a:solidFill>
                  <a:schemeClr val="lt1"/>
                </a:solidFill>
                <a:latin typeface="Arial"/>
                <a:ea typeface="Arial"/>
                <a:cs typeface="Arial"/>
                <a:sym typeface="Arial"/>
              </a:rPr>
              <a:t>Content, Summary, Video</a:t>
            </a:r>
            <a:endParaRPr sz="1800">
              <a:solidFill>
                <a:schemeClr val="lt1"/>
              </a:solidFill>
            </a:endParaRPr>
          </a:p>
        </p:txBody>
      </p:sp>
      <p:sp>
        <p:nvSpPr>
          <p:cNvPr id="570" name="Google Shape;570;g3dd9c5dd27e_1_20"/>
          <p:cNvSpPr/>
          <p:nvPr/>
        </p:nvSpPr>
        <p:spPr>
          <a:xfrm>
            <a:off x="-36512" y="6412500"/>
            <a:ext cx="77964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571" name="Google Shape;571;g3dd9c5dd27e_1_20"/>
          <p:cNvSpPr/>
          <p:nvPr/>
        </p:nvSpPr>
        <p:spPr>
          <a:xfrm>
            <a:off x="7759900" y="6412500"/>
            <a:ext cx="44322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df0f74a759_0_6"/>
          <p:cNvSpPr/>
          <p:nvPr/>
        </p:nvSpPr>
        <p:spPr>
          <a:xfrm>
            <a:off x="-31750" y="-44450"/>
            <a:ext cx="12192000" cy="64872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578" name="Google Shape;578;g3df0f74a759_0_6"/>
          <p:cNvSpPr txBox="1"/>
          <p:nvPr>
            <p:ph type="title"/>
          </p:nvPr>
        </p:nvSpPr>
        <p:spPr>
          <a:xfrm>
            <a:off x="425075" y="633750"/>
            <a:ext cx="5781000" cy="429000"/>
          </a:xfrm>
          <a:prstGeom prst="rect">
            <a:avLst/>
          </a:prstGeom>
        </p:spPr>
        <p:txBody>
          <a:bodyPr anchorCtr="0" anchor="b" bIns="45700" lIns="91425" spcFirstLastPara="1" rIns="91425" wrap="square" tIns="45700">
            <a:normAutofit fontScale="90000"/>
          </a:bodyPr>
          <a:lstStyle/>
          <a:p>
            <a:pPr indent="0" lvl="0" marL="0" rtl="0" algn="l">
              <a:lnSpc>
                <a:spcPct val="115000"/>
              </a:lnSpc>
              <a:spcBef>
                <a:spcPts val="2400"/>
              </a:spcBef>
              <a:spcAft>
                <a:spcPts val="600"/>
              </a:spcAft>
              <a:buClr>
                <a:schemeClr val="dk1"/>
              </a:buClr>
              <a:buSzPct val="47826"/>
              <a:buFont typeface="Arial"/>
              <a:buNone/>
            </a:pPr>
            <a:r>
              <a:rPr lang="en-US" sz="2300">
                <a:solidFill>
                  <a:schemeClr val="lt1"/>
                </a:solidFill>
                <a:latin typeface="Arial"/>
                <a:ea typeface="Arial"/>
                <a:cs typeface="Arial"/>
                <a:sym typeface="Arial"/>
              </a:rPr>
              <a:t>API 3 — Quiz Generation API</a:t>
            </a:r>
            <a:endParaRPr>
              <a:solidFill>
                <a:schemeClr val="lt1"/>
              </a:solidFill>
            </a:endParaRPr>
          </a:p>
        </p:txBody>
      </p:sp>
      <p:sp>
        <p:nvSpPr>
          <p:cNvPr id="579" name="Google Shape;579;g3df0f74a759_0_6"/>
          <p:cNvSpPr txBox="1"/>
          <p:nvPr>
            <p:ph idx="1" type="body"/>
          </p:nvPr>
        </p:nvSpPr>
        <p:spPr>
          <a:xfrm>
            <a:off x="425075" y="1395425"/>
            <a:ext cx="11387100" cy="4945200"/>
          </a:xfrm>
          <a:prstGeom prst="rect">
            <a:avLst/>
          </a:prstGeom>
        </p:spPr>
        <p:txBody>
          <a:bodyPr anchorCtr="0" anchor="t" bIns="45700" lIns="91425" spcFirstLastPara="1" rIns="91425" wrap="square" tIns="45700">
            <a:noAutofit/>
          </a:bodyPr>
          <a:lstStyle/>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Purpose:</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This API generates quiz questions from uploaded notes or summarized content to help students test their understanding.</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Method:</a:t>
            </a:r>
            <a:r>
              <a:rPr lang="en-US" sz="1200">
                <a:solidFill>
                  <a:schemeClr val="lt1"/>
                </a:solidFill>
                <a:latin typeface="Arial"/>
                <a:ea typeface="Arial"/>
                <a:cs typeface="Arial"/>
                <a:sym typeface="Arial"/>
              </a:rPr>
              <a:t> POST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Endpoint:</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/api/quiz-generate</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Cloud Service:</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Cluade</a:t>
            </a:r>
            <a:r>
              <a:rPr lang="en-US" sz="1200">
                <a:solidFill>
                  <a:schemeClr val="lt1"/>
                </a:solidFill>
                <a:latin typeface="Arial"/>
                <a:ea typeface="Arial"/>
                <a:cs typeface="Arial"/>
                <a:sym typeface="Arial"/>
              </a:rPr>
              <a:t> API + Vercel Deployment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Input (JSON Request):</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"content": "Machine learning uses data to train models."</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Output (JSON Response):</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"questions": [</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"question": "What does machine learning use to train models?",</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"answer": "Data"</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Related Module:</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Quiz Generation Agent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Related Database Tables:</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None/>
            </a:pPr>
            <a:r>
              <a:rPr lang="en-US" sz="1200">
                <a:solidFill>
                  <a:schemeClr val="lt1"/>
                </a:solidFill>
                <a:latin typeface="Arial"/>
                <a:ea typeface="Arial"/>
                <a:cs typeface="Arial"/>
                <a:sym typeface="Arial"/>
              </a:rPr>
              <a:t>Quiz, Questions, Content</a:t>
            </a:r>
            <a:endParaRPr sz="1800">
              <a:solidFill>
                <a:schemeClr val="lt1"/>
              </a:solidFill>
            </a:endParaRPr>
          </a:p>
        </p:txBody>
      </p:sp>
      <p:sp>
        <p:nvSpPr>
          <p:cNvPr id="580" name="Google Shape;580;g3df0f74a759_0_6"/>
          <p:cNvSpPr/>
          <p:nvPr/>
        </p:nvSpPr>
        <p:spPr>
          <a:xfrm>
            <a:off x="-36512" y="6412500"/>
            <a:ext cx="77964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581" name="Google Shape;581;g3df0f74a759_0_6"/>
          <p:cNvSpPr/>
          <p:nvPr/>
        </p:nvSpPr>
        <p:spPr>
          <a:xfrm>
            <a:off x="7759900" y="6412500"/>
            <a:ext cx="44322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df0f74a759_0_14"/>
          <p:cNvSpPr/>
          <p:nvPr/>
        </p:nvSpPr>
        <p:spPr>
          <a:xfrm>
            <a:off x="-31750" y="-44450"/>
            <a:ext cx="12192000" cy="67053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588" name="Google Shape;588;g3df0f74a759_0_14"/>
          <p:cNvSpPr txBox="1"/>
          <p:nvPr>
            <p:ph type="title"/>
          </p:nvPr>
        </p:nvSpPr>
        <p:spPr>
          <a:xfrm>
            <a:off x="340075" y="535400"/>
            <a:ext cx="9855300" cy="810900"/>
          </a:xfrm>
          <a:prstGeom prst="rect">
            <a:avLst/>
          </a:prstGeom>
        </p:spPr>
        <p:txBody>
          <a:bodyPr anchorCtr="0" anchor="b" bIns="45700" lIns="91425" spcFirstLastPara="1" rIns="91425" wrap="square" tIns="45700">
            <a:normAutofit/>
          </a:bodyPr>
          <a:lstStyle/>
          <a:p>
            <a:pPr indent="0" lvl="0" marL="0" rtl="0" algn="l">
              <a:lnSpc>
                <a:spcPct val="115000"/>
              </a:lnSpc>
              <a:spcBef>
                <a:spcPts val="2400"/>
              </a:spcBef>
              <a:spcAft>
                <a:spcPts val="600"/>
              </a:spcAft>
              <a:buClr>
                <a:schemeClr val="dk1"/>
              </a:buClr>
              <a:buSzPts val="1100"/>
              <a:buFont typeface="Arial"/>
              <a:buNone/>
            </a:pPr>
            <a:r>
              <a:rPr lang="en-US" sz="2300">
                <a:solidFill>
                  <a:schemeClr val="lt1"/>
                </a:solidFill>
                <a:latin typeface="Arial"/>
                <a:ea typeface="Arial"/>
                <a:cs typeface="Arial"/>
                <a:sym typeface="Arial"/>
              </a:rPr>
              <a:t>API 4 — Flashcard Generation API</a:t>
            </a:r>
            <a:endParaRPr>
              <a:solidFill>
                <a:schemeClr val="lt1"/>
              </a:solidFill>
            </a:endParaRPr>
          </a:p>
        </p:txBody>
      </p:sp>
      <p:sp>
        <p:nvSpPr>
          <p:cNvPr id="589" name="Google Shape;589;g3df0f74a759_0_14"/>
          <p:cNvSpPr txBox="1"/>
          <p:nvPr>
            <p:ph idx="1" type="body"/>
          </p:nvPr>
        </p:nvSpPr>
        <p:spPr>
          <a:xfrm>
            <a:off x="425075" y="1501950"/>
            <a:ext cx="11160300" cy="4304400"/>
          </a:xfrm>
          <a:prstGeom prst="rect">
            <a:avLst/>
          </a:prstGeom>
        </p:spPr>
        <p:txBody>
          <a:bodyPr anchorCtr="0" anchor="t" bIns="45700" lIns="91425" spcFirstLastPara="1" rIns="91425" wrap="square" tIns="45700">
            <a:noAutofit/>
          </a:bodyPr>
          <a:lstStyle/>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Purpose:</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This API automatically converts study material into flashcards for active recall and faster studying.</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Method:</a:t>
            </a:r>
            <a:r>
              <a:rPr lang="en-US" sz="1200">
                <a:solidFill>
                  <a:schemeClr val="lt1"/>
                </a:solidFill>
                <a:latin typeface="Arial"/>
                <a:ea typeface="Arial"/>
                <a:cs typeface="Arial"/>
                <a:sym typeface="Arial"/>
              </a:rPr>
              <a:t> POST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Endpoint:</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/api/flashcards</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Cloud Service:</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CaludeAI API + Vercel Deployment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Input (JSON Request):</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"content": "Photosynthesis converts sunlight into energy."</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Output (JSON Response):</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"flashcards": [</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"front": "What is photosynthesis?",</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"back": "The process plants use to convert sunlight into energy."</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  ]</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Related Module:</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Flashcard Generation Agent</a:t>
            </a:r>
            <a:endParaRPr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b="1" lang="en-US" sz="1200">
                <a:solidFill>
                  <a:schemeClr val="lt1"/>
                </a:solidFill>
                <a:latin typeface="Arial"/>
                <a:ea typeface="Arial"/>
                <a:cs typeface="Arial"/>
                <a:sym typeface="Arial"/>
              </a:rPr>
              <a:t>Related Database Tables:</a:t>
            </a:r>
            <a:endParaRPr b="1" sz="1200">
              <a:solidFill>
                <a:schemeClr val="lt1"/>
              </a:solidFill>
              <a:latin typeface="Arial"/>
              <a:ea typeface="Arial"/>
              <a:cs typeface="Arial"/>
              <a:sym typeface="Arial"/>
            </a:endParaRPr>
          </a:p>
          <a:p>
            <a:pPr indent="0" lvl="0" marL="0" rtl="0" algn="l">
              <a:lnSpc>
                <a:spcPct val="105000"/>
              </a:lnSpc>
              <a:spcBef>
                <a:spcPts val="0"/>
              </a:spcBef>
              <a:spcAft>
                <a:spcPts val="0"/>
              </a:spcAft>
              <a:buClr>
                <a:schemeClr val="dk1"/>
              </a:buClr>
              <a:buSzPts val="1100"/>
              <a:buFont typeface="Arial"/>
              <a:buNone/>
            </a:pPr>
            <a:r>
              <a:rPr lang="en-US" sz="1200">
                <a:solidFill>
                  <a:schemeClr val="lt1"/>
                </a:solidFill>
                <a:latin typeface="Arial"/>
                <a:ea typeface="Arial"/>
                <a:cs typeface="Arial"/>
                <a:sym typeface="Arial"/>
              </a:rPr>
              <a:t>Flashcards, Content</a:t>
            </a:r>
            <a:endParaRPr sz="1200">
              <a:solidFill>
                <a:schemeClr val="lt1"/>
              </a:solidFill>
              <a:latin typeface="Arial"/>
              <a:ea typeface="Arial"/>
              <a:cs typeface="Arial"/>
              <a:sym typeface="Arial"/>
            </a:endParaRPr>
          </a:p>
          <a:p>
            <a:pPr indent="0" lvl="0" marL="0" rtl="0" algn="l">
              <a:lnSpc>
                <a:spcPct val="110000"/>
              </a:lnSpc>
              <a:spcBef>
                <a:spcPts val="1000"/>
              </a:spcBef>
              <a:spcAft>
                <a:spcPts val="0"/>
              </a:spcAft>
              <a:buNone/>
            </a:pPr>
            <a:r>
              <a:t/>
            </a:r>
            <a:endParaRPr>
              <a:solidFill>
                <a:schemeClr val="lt1"/>
              </a:solidFill>
            </a:endParaRPr>
          </a:p>
        </p:txBody>
      </p:sp>
      <p:sp>
        <p:nvSpPr>
          <p:cNvPr id="590" name="Google Shape;590;g3df0f74a759_0_14"/>
          <p:cNvSpPr/>
          <p:nvPr/>
        </p:nvSpPr>
        <p:spPr>
          <a:xfrm>
            <a:off x="-36512" y="6412500"/>
            <a:ext cx="77964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591" name="Google Shape;591;g3df0f74a759_0_14"/>
          <p:cNvSpPr/>
          <p:nvPr/>
        </p:nvSpPr>
        <p:spPr>
          <a:xfrm>
            <a:off x="7759900" y="6412500"/>
            <a:ext cx="44322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9"/>
          <p:cNvSpPr/>
          <p:nvPr/>
        </p:nvSpPr>
        <p:spPr>
          <a:xfrm>
            <a:off x="-31750" y="-44450"/>
            <a:ext cx="12192000" cy="65568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598" name="Google Shape;598;p9"/>
          <p:cNvSpPr txBox="1"/>
          <p:nvPr>
            <p:ph type="title"/>
          </p:nvPr>
        </p:nvSpPr>
        <p:spPr>
          <a:xfrm>
            <a:off x="8311896" y="832104"/>
            <a:ext cx="3273552" cy="194767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venir"/>
              <a:buNone/>
            </a:pPr>
            <a:r>
              <a:rPr lang="en-US">
                <a:solidFill>
                  <a:schemeClr val="lt1"/>
                </a:solidFill>
              </a:rPr>
              <a:t>Legal, Security &amp; Compliance Considerations</a:t>
            </a:r>
            <a:endParaRPr>
              <a:solidFill>
                <a:schemeClr val="lt1"/>
              </a:solidFill>
            </a:endParaRPr>
          </a:p>
        </p:txBody>
      </p:sp>
      <p:pic>
        <p:nvPicPr>
          <p:cNvPr descr="Network security cyber data protection encryption safety" id="599" name="Google Shape;599;p9"/>
          <p:cNvPicPr preferRelativeResize="0"/>
          <p:nvPr>
            <p:ph idx="2" type="pic"/>
          </p:nvPr>
        </p:nvPicPr>
        <p:blipFill rotWithShape="1">
          <a:blip r:embed="rId3">
            <a:alphaModFix/>
          </a:blip>
          <a:srcRect b="0" l="0" r="8942" t="0"/>
          <a:stretch/>
        </p:blipFill>
        <p:spPr>
          <a:xfrm>
            <a:off x="20" y="-1"/>
            <a:ext cx="7783977" cy="6411310"/>
          </a:xfrm>
          <a:prstGeom prst="rect">
            <a:avLst/>
          </a:prstGeom>
          <a:noFill/>
          <a:ln>
            <a:noFill/>
          </a:ln>
        </p:spPr>
      </p:pic>
      <p:sp>
        <p:nvSpPr>
          <p:cNvPr id="600" name="Google Shape;600;p9"/>
          <p:cNvSpPr txBox="1"/>
          <p:nvPr>
            <p:ph idx="1" type="body"/>
          </p:nvPr>
        </p:nvSpPr>
        <p:spPr>
          <a:xfrm>
            <a:off x="8311896" y="2852928"/>
            <a:ext cx="3273552" cy="2953512"/>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15000"/>
              </a:lnSpc>
              <a:spcBef>
                <a:spcPts val="1800"/>
              </a:spcBef>
              <a:spcAft>
                <a:spcPts val="0"/>
              </a:spcAft>
              <a:buClr>
                <a:schemeClr val="dk1"/>
              </a:buClr>
              <a:buSzPct val="64706"/>
              <a:buFont typeface="Arial"/>
              <a:buNone/>
            </a:pPr>
            <a:r>
              <a:rPr b="1" lang="en-US" sz="1700">
                <a:solidFill>
                  <a:schemeClr val="lt1"/>
                </a:solidFill>
                <a:latin typeface="Arial"/>
                <a:ea typeface="Arial"/>
                <a:cs typeface="Arial"/>
                <a:sym typeface="Arial"/>
              </a:rPr>
              <a:t>Security</a:t>
            </a:r>
            <a:endParaRPr b="1" sz="1700">
              <a:solidFill>
                <a:schemeClr val="lt1"/>
              </a:solidFill>
              <a:latin typeface="Arial"/>
              <a:ea typeface="Arial"/>
              <a:cs typeface="Arial"/>
              <a:sym typeface="Arial"/>
            </a:endParaRPr>
          </a:p>
          <a:p>
            <a:pPr indent="-282734" lvl="0" marL="457200" rtl="0" algn="l">
              <a:lnSpc>
                <a:spcPct val="115000"/>
              </a:lnSpc>
              <a:spcBef>
                <a:spcPts val="1200"/>
              </a:spcBef>
              <a:spcAft>
                <a:spcPts val="0"/>
              </a:spcAft>
              <a:buClr>
                <a:schemeClr val="lt1"/>
              </a:buClr>
              <a:buSzPct val="100000"/>
              <a:buChar char="●"/>
            </a:pPr>
            <a:r>
              <a:rPr lang="en-US" sz="1100">
                <a:solidFill>
                  <a:schemeClr val="lt1"/>
                </a:solidFill>
                <a:latin typeface="Arial"/>
                <a:ea typeface="Arial"/>
                <a:cs typeface="Arial"/>
                <a:sym typeface="Arial"/>
              </a:rPr>
              <a:t>Firebase Authentication</a:t>
            </a:r>
            <a:endParaRPr sz="1100">
              <a:solidFill>
                <a:schemeClr val="lt1"/>
              </a:solidFill>
              <a:latin typeface="Arial"/>
              <a:ea typeface="Arial"/>
              <a:cs typeface="Arial"/>
              <a:sym typeface="Arial"/>
            </a:endParaRPr>
          </a:p>
          <a:p>
            <a:pPr indent="-282734" lvl="0" marL="457200" rtl="0" algn="l">
              <a:lnSpc>
                <a:spcPct val="115000"/>
              </a:lnSpc>
              <a:spcBef>
                <a:spcPts val="0"/>
              </a:spcBef>
              <a:spcAft>
                <a:spcPts val="0"/>
              </a:spcAft>
              <a:buClr>
                <a:schemeClr val="lt1"/>
              </a:buClr>
              <a:buSzPct val="100000"/>
              <a:buChar char="●"/>
            </a:pPr>
            <a:r>
              <a:rPr lang="en-US" sz="1100">
                <a:solidFill>
                  <a:schemeClr val="lt1"/>
                </a:solidFill>
                <a:latin typeface="Arial"/>
                <a:ea typeface="Arial"/>
                <a:cs typeface="Arial"/>
                <a:sym typeface="Arial"/>
              </a:rPr>
              <a:t>Protected user accounts</a:t>
            </a:r>
            <a:endParaRPr sz="1100">
              <a:solidFill>
                <a:schemeClr val="lt1"/>
              </a:solidFill>
              <a:latin typeface="Arial"/>
              <a:ea typeface="Arial"/>
              <a:cs typeface="Arial"/>
              <a:sym typeface="Arial"/>
            </a:endParaRPr>
          </a:p>
          <a:p>
            <a:pPr indent="-282734" lvl="0" marL="457200" rtl="0" algn="l">
              <a:lnSpc>
                <a:spcPct val="115000"/>
              </a:lnSpc>
              <a:spcBef>
                <a:spcPts val="0"/>
              </a:spcBef>
              <a:spcAft>
                <a:spcPts val="0"/>
              </a:spcAft>
              <a:buClr>
                <a:schemeClr val="lt1"/>
              </a:buClr>
              <a:buSzPct val="100000"/>
              <a:buChar char="●"/>
            </a:pPr>
            <a:r>
              <a:rPr lang="en-US" sz="1100">
                <a:solidFill>
                  <a:schemeClr val="lt1"/>
                </a:solidFill>
                <a:latin typeface="Arial"/>
                <a:ea typeface="Arial"/>
                <a:cs typeface="Arial"/>
                <a:sym typeface="Arial"/>
              </a:rPr>
              <a:t>Firestore security rules</a:t>
            </a:r>
            <a:endParaRPr sz="1100">
              <a:solidFill>
                <a:schemeClr val="lt1"/>
              </a:solidFill>
              <a:latin typeface="Arial"/>
              <a:ea typeface="Arial"/>
              <a:cs typeface="Arial"/>
              <a:sym typeface="Arial"/>
            </a:endParaRPr>
          </a:p>
          <a:p>
            <a:pPr indent="0" lvl="0" marL="0" rtl="0" algn="l">
              <a:lnSpc>
                <a:spcPct val="115000"/>
              </a:lnSpc>
              <a:spcBef>
                <a:spcPts val="1800"/>
              </a:spcBef>
              <a:spcAft>
                <a:spcPts val="0"/>
              </a:spcAft>
              <a:buClr>
                <a:schemeClr val="dk1"/>
              </a:buClr>
              <a:buSzPct val="64706"/>
              <a:buFont typeface="Arial"/>
              <a:buNone/>
            </a:pPr>
            <a:r>
              <a:rPr b="1" lang="en-US" sz="1700">
                <a:solidFill>
                  <a:schemeClr val="lt1"/>
                </a:solidFill>
                <a:latin typeface="Arial"/>
                <a:ea typeface="Arial"/>
                <a:cs typeface="Arial"/>
                <a:sym typeface="Arial"/>
              </a:rPr>
              <a:t>Privacy</a:t>
            </a:r>
            <a:endParaRPr b="1" sz="1700">
              <a:solidFill>
                <a:schemeClr val="lt1"/>
              </a:solidFill>
              <a:latin typeface="Arial"/>
              <a:ea typeface="Arial"/>
              <a:cs typeface="Arial"/>
              <a:sym typeface="Arial"/>
            </a:endParaRPr>
          </a:p>
          <a:p>
            <a:pPr indent="-282734" lvl="0" marL="457200" rtl="0" algn="l">
              <a:lnSpc>
                <a:spcPct val="115000"/>
              </a:lnSpc>
              <a:spcBef>
                <a:spcPts val="1200"/>
              </a:spcBef>
              <a:spcAft>
                <a:spcPts val="0"/>
              </a:spcAft>
              <a:buClr>
                <a:schemeClr val="lt1"/>
              </a:buClr>
              <a:buSzPct val="100000"/>
              <a:buChar char="●"/>
            </a:pPr>
            <a:r>
              <a:rPr lang="en-US" sz="1100">
                <a:solidFill>
                  <a:schemeClr val="lt1"/>
                </a:solidFill>
                <a:latin typeface="Arial"/>
                <a:ea typeface="Arial"/>
                <a:cs typeface="Arial"/>
                <a:sym typeface="Arial"/>
              </a:rPr>
              <a:t>User study materials stored securely</a:t>
            </a:r>
            <a:endParaRPr sz="1100">
              <a:solidFill>
                <a:schemeClr val="lt1"/>
              </a:solidFill>
              <a:latin typeface="Arial"/>
              <a:ea typeface="Arial"/>
              <a:cs typeface="Arial"/>
              <a:sym typeface="Arial"/>
            </a:endParaRPr>
          </a:p>
          <a:p>
            <a:pPr indent="-282734" lvl="0" marL="457200" rtl="0" algn="l">
              <a:lnSpc>
                <a:spcPct val="115000"/>
              </a:lnSpc>
              <a:spcBef>
                <a:spcPts val="0"/>
              </a:spcBef>
              <a:spcAft>
                <a:spcPts val="0"/>
              </a:spcAft>
              <a:buClr>
                <a:schemeClr val="lt1"/>
              </a:buClr>
              <a:buSzPct val="100000"/>
              <a:buChar char="●"/>
            </a:pPr>
            <a:r>
              <a:rPr lang="en-US" sz="1100">
                <a:solidFill>
                  <a:schemeClr val="lt1"/>
                </a:solidFill>
                <a:latin typeface="Arial"/>
                <a:ea typeface="Arial"/>
                <a:cs typeface="Arial"/>
                <a:sym typeface="Arial"/>
              </a:rPr>
              <a:t>No sharing of personal data</a:t>
            </a:r>
            <a:endParaRPr sz="1100">
              <a:solidFill>
                <a:schemeClr val="lt1"/>
              </a:solidFill>
              <a:latin typeface="Arial"/>
              <a:ea typeface="Arial"/>
              <a:cs typeface="Arial"/>
              <a:sym typeface="Arial"/>
            </a:endParaRPr>
          </a:p>
          <a:p>
            <a:pPr indent="0" lvl="0" marL="0" rtl="0" algn="l">
              <a:lnSpc>
                <a:spcPct val="115000"/>
              </a:lnSpc>
              <a:spcBef>
                <a:spcPts val="1800"/>
              </a:spcBef>
              <a:spcAft>
                <a:spcPts val="0"/>
              </a:spcAft>
              <a:buClr>
                <a:schemeClr val="dk1"/>
              </a:buClr>
              <a:buSzPct val="64706"/>
              <a:buFont typeface="Arial"/>
              <a:buNone/>
            </a:pPr>
            <a:r>
              <a:rPr b="1" lang="en-US" sz="1700">
                <a:solidFill>
                  <a:schemeClr val="lt1"/>
                </a:solidFill>
                <a:latin typeface="Arial"/>
                <a:ea typeface="Arial"/>
                <a:cs typeface="Arial"/>
                <a:sym typeface="Arial"/>
              </a:rPr>
              <a:t>Ethical Considerations</a:t>
            </a:r>
            <a:endParaRPr b="1" sz="1700">
              <a:solidFill>
                <a:schemeClr val="lt1"/>
              </a:solidFill>
              <a:latin typeface="Arial"/>
              <a:ea typeface="Arial"/>
              <a:cs typeface="Arial"/>
              <a:sym typeface="Arial"/>
            </a:endParaRPr>
          </a:p>
          <a:p>
            <a:pPr indent="-282734" lvl="0" marL="457200" rtl="0" algn="l">
              <a:lnSpc>
                <a:spcPct val="115000"/>
              </a:lnSpc>
              <a:spcBef>
                <a:spcPts val="1200"/>
              </a:spcBef>
              <a:spcAft>
                <a:spcPts val="0"/>
              </a:spcAft>
              <a:buClr>
                <a:schemeClr val="lt1"/>
              </a:buClr>
              <a:buSzPct val="100000"/>
              <a:buChar char="●"/>
            </a:pPr>
            <a:r>
              <a:rPr lang="en-US" sz="1100">
                <a:solidFill>
                  <a:schemeClr val="lt1"/>
                </a:solidFill>
                <a:latin typeface="Arial"/>
                <a:ea typeface="Arial"/>
                <a:cs typeface="Arial"/>
                <a:sym typeface="Arial"/>
              </a:rPr>
              <a:t>AI hallucination awareness</a:t>
            </a:r>
            <a:endParaRPr sz="1100">
              <a:solidFill>
                <a:schemeClr val="lt1"/>
              </a:solidFill>
              <a:latin typeface="Arial"/>
              <a:ea typeface="Arial"/>
              <a:cs typeface="Arial"/>
              <a:sym typeface="Arial"/>
            </a:endParaRPr>
          </a:p>
          <a:p>
            <a:pPr indent="-282734" lvl="0" marL="457200" rtl="0" algn="l">
              <a:lnSpc>
                <a:spcPct val="115000"/>
              </a:lnSpc>
              <a:spcBef>
                <a:spcPts val="0"/>
              </a:spcBef>
              <a:spcAft>
                <a:spcPts val="0"/>
              </a:spcAft>
              <a:buClr>
                <a:schemeClr val="lt1"/>
              </a:buClr>
              <a:buSzPct val="100000"/>
              <a:buChar char="●"/>
            </a:pPr>
            <a:r>
              <a:rPr lang="en-US" sz="1100">
                <a:solidFill>
                  <a:schemeClr val="lt1"/>
                </a:solidFill>
                <a:latin typeface="Arial"/>
                <a:ea typeface="Arial"/>
                <a:cs typeface="Arial"/>
                <a:sym typeface="Arial"/>
              </a:rPr>
              <a:t>Encouraging students to verify outputs</a:t>
            </a:r>
            <a:endParaRPr sz="1100">
              <a:solidFill>
                <a:schemeClr val="lt1"/>
              </a:solidFill>
              <a:latin typeface="Arial"/>
              <a:ea typeface="Arial"/>
              <a:cs typeface="Arial"/>
              <a:sym typeface="Arial"/>
            </a:endParaRPr>
          </a:p>
          <a:p>
            <a:pPr indent="-282734" lvl="0" marL="457200" rtl="0" algn="l">
              <a:lnSpc>
                <a:spcPct val="115000"/>
              </a:lnSpc>
              <a:spcBef>
                <a:spcPts val="0"/>
              </a:spcBef>
              <a:spcAft>
                <a:spcPts val="0"/>
              </a:spcAft>
              <a:buClr>
                <a:schemeClr val="lt1"/>
              </a:buClr>
              <a:buSzPct val="100000"/>
              <a:buChar char="●"/>
            </a:pPr>
            <a:r>
              <a:rPr lang="en-US" sz="1100">
                <a:solidFill>
                  <a:schemeClr val="lt1"/>
                </a:solidFill>
                <a:latin typeface="Arial"/>
                <a:ea typeface="Arial"/>
                <a:cs typeface="Arial"/>
                <a:sym typeface="Arial"/>
              </a:rPr>
              <a:t>Academic integrity considerations</a:t>
            </a:r>
            <a:endParaRPr sz="1100">
              <a:solidFill>
                <a:schemeClr val="lt1"/>
              </a:solidFill>
              <a:latin typeface="Arial"/>
              <a:ea typeface="Arial"/>
              <a:cs typeface="Arial"/>
              <a:sym typeface="Arial"/>
            </a:endParaRPr>
          </a:p>
          <a:p>
            <a:pPr indent="0" lvl="1" marL="0" rtl="0" algn="l">
              <a:lnSpc>
                <a:spcPct val="110000"/>
              </a:lnSpc>
              <a:spcBef>
                <a:spcPts val="1200"/>
              </a:spcBef>
              <a:spcAft>
                <a:spcPts val="0"/>
              </a:spcAft>
              <a:buClr>
                <a:schemeClr val="dk1"/>
              </a:buClr>
              <a:buSzPct val="100000"/>
              <a:buFont typeface="Arial"/>
              <a:buNone/>
            </a:pPr>
            <a:r>
              <a:t/>
            </a:r>
            <a:endParaRPr b="1" sz="1000">
              <a:solidFill>
                <a:schemeClr val="lt1"/>
              </a:solidFill>
            </a:endParaRPr>
          </a:p>
        </p:txBody>
      </p:sp>
      <p:sp>
        <p:nvSpPr>
          <p:cNvPr id="601" name="Google Shape;601;p9"/>
          <p:cNvSpPr/>
          <p:nvPr/>
        </p:nvSpPr>
        <p:spPr>
          <a:xfrm>
            <a:off x="-36500" y="6412500"/>
            <a:ext cx="78330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602" name="Google Shape;602;p9"/>
          <p:cNvSpPr/>
          <p:nvPr/>
        </p:nvSpPr>
        <p:spPr>
          <a:xfrm>
            <a:off x="7796400" y="6412500"/>
            <a:ext cx="43956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600"/>
                                        </p:tgtEl>
                                        <p:attrNameLst>
                                          <p:attrName>style.visibility</p:attrName>
                                        </p:attrNameLst>
                                      </p:cBhvr>
                                      <p:to>
                                        <p:strVal val="visible"/>
                                      </p:to>
                                    </p:set>
                                    <p:animEffect filter="fade" transition="in">
                                      <p:cBhvr>
                                        <p:cTn dur="250"/>
                                        <p:tgtEl>
                                          <p:spTgt spid="6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
          <p:cNvSpPr/>
          <p:nvPr/>
        </p:nvSpPr>
        <p:spPr>
          <a:xfrm>
            <a:off x="-31750" y="-44450"/>
            <a:ext cx="12192000" cy="64557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609" name="Google Shape;609;p10"/>
          <p:cNvSpPr txBox="1"/>
          <p:nvPr>
            <p:ph type="title"/>
          </p:nvPr>
        </p:nvSpPr>
        <p:spPr>
          <a:xfrm>
            <a:off x="8311896" y="832104"/>
            <a:ext cx="3273552" cy="194767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venir"/>
              <a:buNone/>
            </a:pPr>
            <a:r>
              <a:rPr lang="en-US">
                <a:solidFill>
                  <a:schemeClr val="lt1"/>
                </a:solidFill>
              </a:rPr>
              <a:t>Testing &amp; Validation</a:t>
            </a:r>
            <a:endParaRPr>
              <a:solidFill>
                <a:schemeClr val="lt1"/>
              </a:solidFill>
            </a:endParaRPr>
          </a:p>
        </p:txBody>
      </p:sp>
      <p:pic>
        <p:nvPicPr>
          <p:cNvPr descr="Credit score report" id="610" name="Google Shape;610;p10"/>
          <p:cNvPicPr preferRelativeResize="0"/>
          <p:nvPr>
            <p:ph idx="2" type="pic"/>
          </p:nvPr>
        </p:nvPicPr>
        <p:blipFill rotWithShape="1">
          <a:blip r:embed="rId3">
            <a:alphaModFix/>
          </a:blip>
          <a:srcRect b="0" l="0" r="8942" t="0"/>
          <a:stretch/>
        </p:blipFill>
        <p:spPr>
          <a:xfrm>
            <a:off x="20" y="-1"/>
            <a:ext cx="7783977" cy="6411310"/>
          </a:xfrm>
          <a:prstGeom prst="rect">
            <a:avLst/>
          </a:prstGeom>
          <a:noFill/>
          <a:ln>
            <a:noFill/>
          </a:ln>
        </p:spPr>
      </p:pic>
      <p:sp>
        <p:nvSpPr>
          <p:cNvPr id="611" name="Google Shape;611;p10"/>
          <p:cNvSpPr txBox="1"/>
          <p:nvPr>
            <p:ph idx="1" type="body"/>
          </p:nvPr>
        </p:nvSpPr>
        <p:spPr>
          <a:xfrm>
            <a:off x="8311896" y="2852928"/>
            <a:ext cx="3273552" cy="2953512"/>
          </a:xfrm>
          <a:prstGeom prst="rect">
            <a:avLst/>
          </a:prstGeom>
          <a:noFill/>
          <a:ln>
            <a:noFill/>
          </a:ln>
        </p:spPr>
        <p:txBody>
          <a:bodyPr anchorCtr="0" anchor="t" bIns="45700" lIns="91425" spcFirstLastPara="1" rIns="91425" wrap="square" tIns="45700">
            <a:normAutofit/>
          </a:bodyPr>
          <a:lstStyle/>
          <a:p>
            <a:pPr indent="0" lvl="1" marL="0" rtl="0" algn="l">
              <a:lnSpc>
                <a:spcPct val="110000"/>
              </a:lnSpc>
              <a:spcBef>
                <a:spcPts val="500"/>
              </a:spcBef>
              <a:spcAft>
                <a:spcPts val="0"/>
              </a:spcAft>
              <a:buClr>
                <a:schemeClr val="dk1"/>
              </a:buClr>
              <a:buSzPts val="1000"/>
              <a:buFont typeface="Arial"/>
              <a:buNone/>
            </a:pPr>
            <a:r>
              <a:rPr b="1" lang="en-US" sz="1000">
                <a:solidFill>
                  <a:schemeClr val="lt1"/>
                </a:solidFill>
              </a:rPr>
              <a:t>Comprehensive Test Cases</a:t>
            </a:r>
            <a:endParaRPr b="1" sz="1000">
              <a:solidFill>
                <a:schemeClr val="lt1"/>
              </a:solidFill>
            </a:endParaRPr>
          </a:p>
          <a:p>
            <a:pPr indent="-292100" lvl="0" marL="457200" rtl="0" algn="l">
              <a:lnSpc>
                <a:spcPct val="110000"/>
              </a:lnSpc>
              <a:spcBef>
                <a:spcPts val="500"/>
              </a:spcBef>
              <a:spcAft>
                <a:spcPts val="0"/>
              </a:spcAft>
              <a:buClr>
                <a:schemeClr val="lt1"/>
              </a:buClr>
              <a:buSzPts val="1000"/>
              <a:buChar char="●"/>
            </a:pPr>
            <a:r>
              <a:rPr b="1" lang="en-US" sz="1000">
                <a:solidFill>
                  <a:schemeClr val="lt1"/>
                </a:solidFill>
              </a:rPr>
              <a:t>Tested Firebase Authentication login/logout flows</a:t>
            </a:r>
            <a:endParaRPr b="1" sz="1000">
              <a:solidFill>
                <a:schemeClr val="lt1"/>
              </a:solidFill>
            </a:endParaRPr>
          </a:p>
          <a:p>
            <a:pPr indent="-292100" lvl="0" marL="457200" rtl="0" algn="l">
              <a:lnSpc>
                <a:spcPct val="110000"/>
              </a:lnSpc>
              <a:spcBef>
                <a:spcPts val="0"/>
              </a:spcBef>
              <a:spcAft>
                <a:spcPts val="0"/>
              </a:spcAft>
              <a:buClr>
                <a:schemeClr val="lt1"/>
              </a:buClr>
              <a:buSzPts val="1000"/>
              <a:buChar char="●"/>
            </a:pPr>
            <a:r>
              <a:rPr b="1" lang="en-US" sz="1000">
                <a:solidFill>
                  <a:schemeClr val="lt1"/>
                </a:solidFill>
              </a:rPr>
              <a:t>Tested AI summarization, quiz generation, and flashcards</a:t>
            </a:r>
            <a:endParaRPr b="1" sz="1000">
              <a:solidFill>
                <a:schemeClr val="lt1"/>
              </a:solidFill>
            </a:endParaRPr>
          </a:p>
          <a:p>
            <a:pPr indent="-292100" lvl="0" marL="457200" rtl="0" algn="l">
              <a:lnSpc>
                <a:spcPct val="110000"/>
              </a:lnSpc>
              <a:spcBef>
                <a:spcPts val="0"/>
              </a:spcBef>
              <a:spcAft>
                <a:spcPts val="0"/>
              </a:spcAft>
              <a:buClr>
                <a:schemeClr val="lt1"/>
              </a:buClr>
              <a:buSzPts val="1000"/>
              <a:buChar char="●"/>
            </a:pPr>
            <a:r>
              <a:rPr b="1" lang="en-US" sz="1000">
                <a:solidFill>
                  <a:schemeClr val="lt1"/>
                </a:solidFill>
              </a:rPr>
              <a:t>Validated file uploads, error handling, and unsupported file types</a:t>
            </a:r>
            <a:endParaRPr b="1" sz="1000">
              <a:solidFill>
                <a:schemeClr val="lt1"/>
              </a:solidFill>
            </a:endParaRPr>
          </a:p>
          <a:p>
            <a:pPr indent="-292100" lvl="0" marL="457200" rtl="0" algn="l">
              <a:lnSpc>
                <a:spcPct val="110000"/>
              </a:lnSpc>
              <a:spcBef>
                <a:spcPts val="0"/>
              </a:spcBef>
              <a:spcAft>
                <a:spcPts val="0"/>
              </a:spcAft>
              <a:buClr>
                <a:schemeClr val="lt1"/>
              </a:buClr>
              <a:buSzPts val="1000"/>
              <a:buChar char="●"/>
            </a:pPr>
            <a:r>
              <a:rPr b="1" lang="en-US" sz="1000">
                <a:solidFill>
                  <a:schemeClr val="lt1"/>
                </a:solidFill>
              </a:rPr>
              <a:t>Confirmed responsive UI behavior</a:t>
            </a:r>
            <a:endParaRPr>
              <a:solidFill>
                <a:schemeClr val="lt1"/>
              </a:solidFill>
            </a:endParaRPr>
          </a:p>
          <a:p>
            <a:pPr indent="0" lvl="0" marL="0" rtl="0" algn="l">
              <a:lnSpc>
                <a:spcPct val="110000"/>
              </a:lnSpc>
              <a:spcBef>
                <a:spcPts val="2500"/>
              </a:spcBef>
              <a:spcAft>
                <a:spcPts val="0"/>
              </a:spcAft>
              <a:buClr>
                <a:schemeClr val="dk1"/>
              </a:buClr>
              <a:buSzPts val="1000"/>
              <a:buFont typeface="Arial"/>
              <a:buNone/>
            </a:pPr>
            <a:r>
              <a:rPr b="1" lang="en-US" sz="1000">
                <a:solidFill>
                  <a:schemeClr val="lt1"/>
                </a:solidFill>
              </a:rPr>
              <a:t>Issue Tracking and Limitations</a:t>
            </a:r>
            <a:endParaRPr>
              <a:solidFill>
                <a:schemeClr val="lt1"/>
              </a:solidFill>
            </a:endParaRPr>
          </a:p>
          <a:p>
            <a:pPr indent="0" lvl="1" marL="0" rtl="0" algn="l">
              <a:lnSpc>
                <a:spcPct val="110000"/>
              </a:lnSpc>
              <a:spcBef>
                <a:spcPts val="500"/>
              </a:spcBef>
              <a:spcAft>
                <a:spcPts val="0"/>
              </a:spcAft>
              <a:buClr>
                <a:schemeClr val="dk1"/>
              </a:buClr>
              <a:buSzPts val="1000"/>
              <a:buFont typeface="Arial"/>
              <a:buNone/>
            </a:pPr>
            <a:r>
              <a:rPr lang="en-US" sz="1000">
                <a:solidFill>
                  <a:schemeClr val="lt1"/>
                </a:solidFill>
              </a:rPr>
              <a:t>Known bugs and limitations are documented, highlighting the commitment to continuous improvement and quality.</a:t>
            </a:r>
            <a:endParaRPr>
              <a:solidFill>
                <a:schemeClr val="lt1"/>
              </a:solidFill>
            </a:endParaRPr>
          </a:p>
        </p:txBody>
      </p:sp>
      <p:sp>
        <p:nvSpPr>
          <p:cNvPr id="612" name="Google Shape;612;p10"/>
          <p:cNvSpPr/>
          <p:nvPr/>
        </p:nvSpPr>
        <p:spPr>
          <a:xfrm>
            <a:off x="-36500" y="6412500"/>
            <a:ext cx="78330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613" name="Google Shape;613;p10"/>
          <p:cNvSpPr/>
          <p:nvPr/>
        </p:nvSpPr>
        <p:spPr>
          <a:xfrm>
            <a:off x="7796400" y="6412500"/>
            <a:ext cx="43956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611"/>
                                        </p:tgtEl>
                                        <p:attrNameLst>
                                          <p:attrName>style.visibility</p:attrName>
                                        </p:attrNameLst>
                                      </p:cBhvr>
                                      <p:to>
                                        <p:strVal val="visible"/>
                                      </p:to>
                                    </p:set>
                                    <p:animEffect filter="fade" transition="in">
                                      <p:cBhvr>
                                        <p:cTn dur="250"/>
                                        <p:tgtEl>
                                          <p:spTgt spid="6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11"/>
          <p:cNvSpPr/>
          <p:nvPr/>
        </p:nvSpPr>
        <p:spPr>
          <a:xfrm>
            <a:off x="-31750" y="-44450"/>
            <a:ext cx="12192000" cy="67251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620" name="Google Shape;620;p11"/>
          <p:cNvSpPr txBox="1"/>
          <p:nvPr>
            <p:ph type="title"/>
          </p:nvPr>
        </p:nvSpPr>
        <p:spPr>
          <a:xfrm>
            <a:off x="8375396" y="4"/>
            <a:ext cx="3273600" cy="1947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venir"/>
              <a:buNone/>
            </a:pPr>
            <a:r>
              <a:rPr lang="en-US">
                <a:solidFill>
                  <a:schemeClr val="lt1"/>
                </a:solidFill>
              </a:rPr>
              <a:t>ROADMAP</a:t>
            </a:r>
            <a:endParaRPr>
              <a:solidFill>
                <a:schemeClr val="lt1"/>
              </a:solidFill>
            </a:endParaRPr>
          </a:p>
        </p:txBody>
      </p:sp>
      <p:pic>
        <p:nvPicPr>
          <p:cNvPr id="621" name="Google Shape;621;p11" title="Gemini_Generated_Image_xgakr6xgakr6xgak.png"/>
          <p:cNvPicPr preferRelativeResize="0"/>
          <p:nvPr/>
        </p:nvPicPr>
        <p:blipFill rotWithShape="1">
          <a:blip r:embed="rId3">
            <a:alphaModFix/>
          </a:blip>
          <a:srcRect b="0" l="21887" r="21411" t="0"/>
          <a:stretch/>
        </p:blipFill>
        <p:spPr>
          <a:xfrm>
            <a:off x="1031875" y="104775"/>
            <a:ext cx="6406900" cy="6163127"/>
          </a:xfrm>
          <a:prstGeom prst="rect">
            <a:avLst/>
          </a:prstGeom>
          <a:noFill/>
          <a:ln>
            <a:noFill/>
          </a:ln>
        </p:spPr>
      </p:pic>
      <p:pic>
        <p:nvPicPr>
          <p:cNvPr id="622" name="Google Shape;622;p11"/>
          <p:cNvPicPr preferRelativeResize="0"/>
          <p:nvPr/>
        </p:nvPicPr>
        <p:blipFill>
          <a:blip r:embed="rId4">
            <a:alphaModFix/>
          </a:blip>
          <a:stretch>
            <a:fillRect/>
          </a:stretch>
        </p:blipFill>
        <p:spPr>
          <a:xfrm>
            <a:off x="7631695" y="532613"/>
            <a:ext cx="4129900" cy="882375"/>
          </a:xfrm>
          <a:prstGeom prst="rect">
            <a:avLst/>
          </a:prstGeom>
          <a:noFill/>
          <a:ln>
            <a:noFill/>
          </a:ln>
        </p:spPr>
      </p:pic>
      <p:sp>
        <p:nvSpPr>
          <p:cNvPr id="623" name="Google Shape;623;p11"/>
          <p:cNvSpPr/>
          <p:nvPr/>
        </p:nvSpPr>
        <p:spPr>
          <a:xfrm>
            <a:off x="-36512" y="6412500"/>
            <a:ext cx="77964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624" name="Google Shape;624;p11"/>
          <p:cNvSpPr/>
          <p:nvPr/>
        </p:nvSpPr>
        <p:spPr>
          <a:xfrm>
            <a:off x="7759900" y="6412500"/>
            <a:ext cx="44322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2"/>
          <p:cNvSpPr/>
          <p:nvPr/>
        </p:nvSpPr>
        <p:spPr>
          <a:xfrm>
            <a:off x="-31750" y="-44450"/>
            <a:ext cx="12192000" cy="67251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631" name="Google Shape;631;p12"/>
          <p:cNvSpPr txBox="1"/>
          <p:nvPr>
            <p:ph type="title"/>
          </p:nvPr>
        </p:nvSpPr>
        <p:spPr>
          <a:xfrm>
            <a:off x="731520" y="312572"/>
            <a:ext cx="6858000" cy="923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venir"/>
              <a:buNone/>
            </a:pPr>
            <a:r>
              <a:rPr lang="en-US">
                <a:solidFill>
                  <a:schemeClr val="lt1"/>
                </a:solidFill>
              </a:rPr>
              <a:t>Feedback &amp; Iteration</a:t>
            </a:r>
            <a:endParaRPr>
              <a:solidFill>
                <a:schemeClr val="lt1"/>
              </a:solidFill>
            </a:endParaRPr>
          </a:p>
        </p:txBody>
      </p:sp>
      <p:sp>
        <p:nvSpPr>
          <p:cNvPr id="632" name="Google Shape;632;p12"/>
          <p:cNvSpPr txBox="1"/>
          <p:nvPr>
            <p:ph idx="1" type="body"/>
          </p:nvPr>
        </p:nvSpPr>
        <p:spPr>
          <a:xfrm>
            <a:off x="731520" y="1380744"/>
            <a:ext cx="6858000" cy="46086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400"/>
              <a:buFont typeface="Arial"/>
              <a:buNone/>
            </a:pPr>
            <a:r>
              <a:rPr b="1" lang="en-US">
                <a:solidFill>
                  <a:schemeClr val="lt1"/>
                </a:solidFill>
              </a:rPr>
              <a:t>Feedback Collection</a:t>
            </a:r>
            <a:endParaRPr>
              <a:solidFill>
                <a:schemeClr val="lt1"/>
              </a:solidFill>
            </a:endParaRPr>
          </a:p>
          <a:p>
            <a:pPr indent="0" lvl="1" marL="0" rtl="0" algn="l">
              <a:lnSpc>
                <a:spcPct val="120000"/>
              </a:lnSpc>
              <a:spcBef>
                <a:spcPts val="500"/>
              </a:spcBef>
              <a:spcAft>
                <a:spcPts val="0"/>
              </a:spcAft>
              <a:buClr>
                <a:schemeClr val="dk1"/>
              </a:buClr>
              <a:buSzPts val="1400"/>
              <a:buFont typeface="Arial"/>
              <a:buNone/>
            </a:pPr>
            <a:r>
              <a:rPr lang="en-US">
                <a:solidFill>
                  <a:schemeClr val="lt1"/>
                </a:solidFill>
              </a:rPr>
              <a:t>Gathered constructive feedback from peers and instructors to identify key improvement areas.</a:t>
            </a:r>
            <a:endParaRPr>
              <a:solidFill>
                <a:schemeClr val="lt1"/>
              </a:solidFill>
            </a:endParaRPr>
          </a:p>
          <a:p>
            <a:pPr indent="0" lvl="0" marL="0" rtl="0" algn="l">
              <a:lnSpc>
                <a:spcPct val="120000"/>
              </a:lnSpc>
              <a:spcBef>
                <a:spcPts val="2500"/>
              </a:spcBef>
              <a:spcAft>
                <a:spcPts val="0"/>
              </a:spcAft>
              <a:buClr>
                <a:schemeClr val="dk1"/>
              </a:buClr>
              <a:buSzPts val="1400"/>
              <a:buFont typeface="Arial"/>
              <a:buNone/>
            </a:pPr>
            <a:r>
              <a:rPr b="1" lang="en-US">
                <a:solidFill>
                  <a:schemeClr val="lt1"/>
                </a:solidFill>
              </a:rPr>
              <a:t>Addressing UI Clutter</a:t>
            </a:r>
            <a:endParaRPr>
              <a:solidFill>
                <a:schemeClr val="lt1"/>
              </a:solidFill>
            </a:endParaRPr>
          </a:p>
          <a:p>
            <a:pPr indent="0" lvl="1" marL="0" rtl="0" algn="l">
              <a:lnSpc>
                <a:spcPct val="120000"/>
              </a:lnSpc>
              <a:spcBef>
                <a:spcPts val="500"/>
              </a:spcBef>
              <a:spcAft>
                <a:spcPts val="0"/>
              </a:spcAft>
              <a:buClr>
                <a:schemeClr val="dk1"/>
              </a:buClr>
              <a:buSzPts val="1400"/>
              <a:buFont typeface="Arial"/>
              <a:buNone/>
            </a:pPr>
            <a:r>
              <a:rPr lang="en-US">
                <a:solidFill>
                  <a:schemeClr val="lt1"/>
                </a:solidFill>
              </a:rPr>
              <a:t>Implemented design changes to reduce UI clutter, enhancing user experience and clarity.</a:t>
            </a:r>
            <a:endParaRPr>
              <a:solidFill>
                <a:schemeClr val="lt1"/>
              </a:solidFill>
            </a:endParaRPr>
          </a:p>
          <a:p>
            <a:pPr indent="0" lvl="0" marL="0" rtl="0" algn="l">
              <a:lnSpc>
                <a:spcPct val="120000"/>
              </a:lnSpc>
              <a:spcBef>
                <a:spcPts val="2500"/>
              </a:spcBef>
              <a:spcAft>
                <a:spcPts val="0"/>
              </a:spcAft>
              <a:buClr>
                <a:schemeClr val="dk1"/>
              </a:buClr>
              <a:buSzPts val="1400"/>
              <a:buFont typeface="Arial"/>
              <a:buNone/>
            </a:pPr>
            <a:r>
              <a:rPr b="1" lang="en-US">
                <a:solidFill>
                  <a:schemeClr val="lt1"/>
                </a:solidFill>
              </a:rPr>
              <a:t>Optimizing API Performance</a:t>
            </a:r>
            <a:endParaRPr>
              <a:solidFill>
                <a:schemeClr val="lt1"/>
              </a:solidFill>
            </a:endParaRPr>
          </a:p>
          <a:p>
            <a:pPr indent="0" lvl="1" marL="0" rtl="0" algn="l">
              <a:lnSpc>
                <a:spcPct val="120000"/>
              </a:lnSpc>
              <a:spcBef>
                <a:spcPts val="500"/>
              </a:spcBef>
              <a:spcAft>
                <a:spcPts val="0"/>
              </a:spcAft>
              <a:buClr>
                <a:schemeClr val="dk1"/>
              </a:buClr>
              <a:buSzPts val="1400"/>
              <a:buFont typeface="Arial"/>
              <a:buNone/>
            </a:pPr>
            <a:r>
              <a:rPr lang="en-US">
                <a:solidFill>
                  <a:schemeClr val="lt1"/>
                </a:solidFill>
              </a:rPr>
              <a:t>Improved API response times to ensure smoother and faster system performance.</a:t>
            </a:r>
            <a:endParaRPr>
              <a:solidFill>
                <a:schemeClr val="lt1"/>
              </a:solidFill>
            </a:endParaRPr>
          </a:p>
          <a:p>
            <a:pPr indent="0" lvl="0" marL="0" rtl="0" algn="l">
              <a:lnSpc>
                <a:spcPct val="120000"/>
              </a:lnSpc>
              <a:spcBef>
                <a:spcPts val="2500"/>
              </a:spcBef>
              <a:spcAft>
                <a:spcPts val="0"/>
              </a:spcAft>
              <a:buClr>
                <a:schemeClr val="dk1"/>
              </a:buClr>
              <a:buSzPts val="1400"/>
              <a:buFont typeface="Arial"/>
              <a:buNone/>
            </a:pPr>
            <a:r>
              <a:rPr b="1" lang="en-US">
                <a:solidFill>
                  <a:schemeClr val="lt1"/>
                </a:solidFill>
              </a:rPr>
              <a:t>Visual Before-and-After</a:t>
            </a:r>
            <a:endParaRPr>
              <a:solidFill>
                <a:schemeClr val="lt1"/>
              </a:solidFill>
            </a:endParaRPr>
          </a:p>
          <a:p>
            <a:pPr indent="0" lvl="1" marL="0" rtl="0" algn="l">
              <a:lnSpc>
                <a:spcPct val="120000"/>
              </a:lnSpc>
              <a:spcBef>
                <a:spcPts val="500"/>
              </a:spcBef>
              <a:spcAft>
                <a:spcPts val="0"/>
              </a:spcAft>
              <a:buClr>
                <a:schemeClr val="dk1"/>
              </a:buClr>
              <a:buSzPts val="1400"/>
              <a:buFont typeface="Arial"/>
              <a:buNone/>
            </a:pPr>
            <a:r>
              <a:rPr lang="en-US">
                <a:solidFill>
                  <a:schemeClr val="lt1"/>
                </a:solidFill>
              </a:rPr>
              <a:t>Showcased before-and-after comparisons to highlight enhancements from feedback integration.</a:t>
            </a:r>
            <a:endParaRPr>
              <a:solidFill>
                <a:schemeClr val="lt1"/>
              </a:solidFill>
            </a:endParaRPr>
          </a:p>
        </p:txBody>
      </p:sp>
      <p:pic>
        <p:nvPicPr>
          <p:cNvPr descr="Hand placing stars" id="633" name="Google Shape;633;p12"/>
          <p:cNvPicPr preferRelativeResize="0"/>
          <p:nvPr>
            <p:ph idx="2" type="pic"/>
          </p:nvPr>
        </p:nvPicPr>
        <p:blipFill rotWithShape="1">
          <a:blip r:embed="rId3">
            <a:alphaModFix/>
          </a:blip>
          <a:srcRect b="0" l="30220" r="30224" t="0"/>
          <a:stretch/>
        </p:blipFill>
        <p:spPr>
          <a:xfrm>
            <a:off x="8491126" y="603504"/>
            <a:ext cx="3085179" cy="5202934"/>
          </a:xfrm>
          <a:prstGeom prst="rect">
            <a:avLst/>
          </a:prstGeom>
          <a:blipFill rotWithShape="1">
            <a:blip r:embed="rId4">
              <a:alphaModFix amt="70000"/>
            </a:blip>
            <a:stretch>
              <a:fillRect b="0" l="0" r="0" t="0"/>
            </a:stretch>
          </a:blipFill>
          <a:ln>
            <a:noFill/>
          </a:ln>
        </p:spPr>
      </p:pic>
      <p:sp>
        <p:nvSpPr>
          <p:cNvPr id="634" name="Google Shape;634;p12"/>
          <p:cNvSpPr/>
          <p:nvPr/>
        </p:nvSpPr>
        <p:spPr>
          <a:xfrm>
            <a:off x="-31750" y="6412500"/>
            <a:ext cx="85230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635" name="Google Shape;635;p12"/>
          <p:cNvSpPr/>
          <p:nvPr/>
        </p:nvSpPr>
        <p:spPr>
          <a:xfrm>
            <a:off x="8491125" y="6412500"/>
            <a:ext cx="37008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632"/>
                                        </p:tgtEl>
                                        <p:attrNameLst>
                                          <p:attrName>style.visibility</p:attrName>
                                        </p:attrNameLst>
                                      </p:cBhvr>
                                      <p:to>
                                        <p:strVal val="visible"/>
                                      </p:to>
                                    </p:set>
                                    <p:animEffect filter="fade" transition="in">
                                      <p:cBhvr>
                                        <p:cTn dur="250"/>
                                        <p:tgtEl>
                                          <p:spTgt spid="6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13"/>
          <p:cNvSpPr/>
          <p:nvPr/>
        </p:nvSpPr>
        <p:spPr>
          <a:xfrm>
            <a:off x="-31750" y="-44450"/>
            <a:ext cx="12192000" cy="66459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642" name="Google Shape;642;p13"/>
          <p:cNvSpPr txBox="1"/>
          <p:nvPr>
            <p:ph type="title"/>
          </p:nvPr>
        </p:nvSpPr>
        <p:spPr>
          <a:xfrm>
            <a:off x="731520" y="312572"/>
            <a:ext cx="6858000" cy="92354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venir"/>
              <a:buNone/>
            </a:pPr>
            <a:r>
              <a:rPr lang="en-US">
                <a:solidFill>
                  <a:schemeClr val="lt1"/>
                </a:solidFill>
              </a:rPr>
              <a:t>Metrics &amp; Achievements</a:t>
            </a:r>
            <a:endParaRPr>
              <a:solidFill>
                <a:schemeClr val="lt1"/>
              </a:solidFill>
            </a:endParaRPr>
          </a:p>
        </p:txBody>
      </p:sp>
      <p:sp>
        <p:nvSpPr>
          <p:cNvPr id="643" name="Google Shape;643;p13"/>
          <p:cNvSpPr txBox="1"/>
          <p:nvPr>
            <p:ph idx="1" type="body"/>
          </p:nvPr>
        </p:nvSpPr>
        <p:spPr>
          <a:xfrm>
            <a:off x="731520" y="1380744"/>
            <a:ext cx="6858000" cy="4608576"/>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400"/>
              <a:buFont typeface="Arial"/>
              <a:buNone/>
            </a:pPr>
            <a:r>
              <a:rPr b="1" lang="en-US">
                <a:solidFill>
                  <a:schemeClr val="lt1"/>
                </a:solidFill>
              </a:rPr>
              <a:t>Performance Comparison</a:t>
            </a:r>
            <a:endParaRPr>
              <a:solidFill>
                <a:schemeClr val="lt1"/>
              </a:solidFill>
            </a:endParaRPr>
          </a:p>
          <a:p>
            <a:pPr indent="0" lvl="1" marL="0" rtl="0" algn="l">
              <a:lnSpc>
                <a:spcPct val="120000"/>
              </a:lnSpc>
              <a:spcBef>
                <a:spcPts val="500"/>
              </a:spcBef>
              <a:spcAft>
                <a:spcPts val="0"/>
              </a:spcAft>
              <a:buClr>
                <a:schemeClr val="dk1"/>
              </a:buClr>
              <a:buSzPts val="1400"/>
              <a:buFont typeface="Arial"/>
              <a:buNone/>
            </a:pPr>
            <a:r>
              <a:rPr lang="en-US" sz="1400">
                <a:solidFill>
                  <a:schemeClr val="lt1"/>
                </a:solidFill>
                <a:latin typeface="Avenir"/>
                <a:ea typeface="Avenir"/>
                <a:cs typeface="Avenir"/>
                <a:sym typeface="Avenir"/>
              </a:rPr>
              <a:t>Column chart contrasts baseline and POC performance across speed, coverage, UX, and stability metrics.</a:t>
            </a:r>
            <a:endParaRPr>
              <a:solidFill>
                <a:schemeClr val="lt1"/>
              </a:solidFill>
            </a:endParaRPr>
          </a:p>
          <a:p>
            <a:pPr indent="0" lvl="0" marL="0" rtl="0" algn="l">
              <a:lnSpc>
                <a:spcPct val="120000"/>
              </a:lnSpc>
              <a:spcBef>
                <a:spcPts val="2500"/>
              </a:spcBef>
              <a:spcAft>
                <a:spcPts val="0"/>
              </a:spcAft>
              <a:buClr>
                <a:schemeClr val="dk1"/>
              </a:buClr>
              <a:buSzPts val="1400"/>
              <a:buFont typeface="Arial"/>
              <a:buNone/>
            </a:pPr>
            <a:r>
              <a:rPr b="1" lang="en-US">
                <a:solidFill>
                  <a:schemeClr val="lt1"/>
                </a:solidFill>
              </a:rPr>
              <a:t>Response Time Improvement</a:t>
            </a:r>
            <a:endParaRPr>
              <a:solidFill>
                <a:schemeClr val="lt1"/>
              </a:solidFill>
            </a:endParaRPr>
          </a:p>
          <a:p>
            <a:pPr indent="0" lvl="1" marL="0" rtl="0" algn="l">
              <a:lnSpc>
                <a:spcPct val="120000"/>
              </a:lnSpc>
              <a:spcBef>
                <a:spcPts val="500"/>
              </a:spcBef>
              <a:spcAft>
                <a:spcPts val="0"/>
              </a:spcAft>
              <a:buClr>
                <a:schemeClr val="dk1"/>
              </a:buClr>
              <a:buSzPts val="1400"/>
              <a:buFont typeface="Arial"/>
              <a:buNone/>
            </a:pPr>
            <a:r>
              <a:rPr lang="en-US" sz="1400">
                <a:solidFill>
                  <a:schemeClr val="lt1"/>
                </a:solidFill>
                <a:latin typeface="Avenir"/>
                <a:ea typeface="Avenir"/>
                <a:cs typeface="Avenir"/>
                <a:sym typeface="Avenir"/>
              </a:rPr>
              <a:t>Significant reduction in response time highlights enhanced efficiency of the POC implementation.</a:t>
            </a:r>
            <a:endParaRPr>
              <a:solidFill>
                <a:schemeClr val="lt1"/>
              </a:solidFill>
            </a:endParaRPr>
          </a:p>
          <a:p>
            <a:pPr indent="0" lvl="0" marL="0" rtl="0" algn="l">
              <a:lnSpc>
                <a:spcPct val="120000"/>
              </a:lnSpc>
              <a:spcBef>
                <a:spcPts val="2500"/>
              </a:spcBef>
              <a:spcAft>
                <a:spcPts val="0"/>
              </a:spcAft>
              <a:buClr>
                <a:schemeClr val="dk1"/>
              </a:buClr>
              <a:buSzPts val="1400"/>
              <a:buFont typeface="Arial"/>
              <a:buNone/>
            </a:pPr>
            <a:r>
              <a:rPr b="1" lang="en-US">
                <a:solidFill>
                  <a:schemeClr val="lt1"/>
                </a:solidFill>
              </a:rPr>
              <a:t>Feature Implementation Rate</a:t>
            </a:r>
            <a:endParaRPr>
              <a:solidFill>
                <a:schemeClr val="lt1"/>
              </a:solidFill>
            </a:endParaRPr>
          </a:p>
          <a:p>
            <a:pPr indent="0" lvl="1" marL="0" rtl="0" algn="l">
              <a:lnSpc>
                <a:spcPct val="120000"/>
              </a:lnSpc>
              <a:spcBef>
                <a:spcPts val="500"/>
              </a:spcBef>
              <a:spcAft>
                <a:spcPts val="0"/>
              </a:spcAft>
              <a:buClr>
                <a:schemeClr val="dk1"/>
              </a:buClr>
              <a:buSzPts val="1400"/>
              <a:buFont typeface="Arial"/>
              <a:buNone/>
            </a:pPr>
            <a:r>
              <a:rPr lang="en-US" sz="1400">
                <a:solidFill>
                  <a:schemeClr val="lt1"/>
                </a:solidFill>
                <a:latin typeface="Avenir"/>
                <a:ea typeface="Avenir"/>
                <a:cs typeface="Avenir"/>
                <a:sym typeface="Avenir"/>
              </a:rPr>
              <a:t>High rate of feature implementation demonstrates successful project development progress.</a:t>
            </a:r>
            <a:endParaRPr>
              <a:solidFill>
                <a:schemeClr val="lt1"/>
              </a:solidFill>
            </a:endParaRPr>
          </a:p>
          <a:p>
            <a:pPr indent="0" lvl="0" marL="0" rtl="0" algn="l">
              <a:lnSpc>
                <a:spcPct val="120000"/>
              </a:lnSpc>
              <a:spcBef>
                <a:spcPts val="2500"/>
              </a:spcBef>
              <a:spcAft>
                <a:spcPts val="0"/>
              </a:spcAft>
              <a:buClr>
                <a:schemeClr val="dk1"/>
              </a:buClr>
              <a:buSzPts val="1400"/>
              <a:buFont typeface="Arial"/>
              <a:buNone/>
            </a:pPr>
            <a:r>
              <a:rPr b="1" lang="en-US">
                <a:solidFill>
                  <a:schemeClr val="lt1"/>
                </a:solidFill>
              </a:rPr>
              <a:t>Positive Usability Feedback</a:t>
            </a:r>
            <a:endParaRPr>
              <a:solidFill>
                <a:schemeClr val="lt1"/>
              </a:solidFill>
            </a:endParaRPr>
          </a:p>
          <a:p>
            <a:pPr indent="0" lvl="1" marL="0" rtl="0" algn="l">
              <a:lnSpc>
                <a:spcPct val="120000"/>
              </a:lnSpc>
              <a:spcBef>
                <a:spcPts val="500"/>
              </a:spcBef>
              <a:spcAft>
                <a:spcPts val="0"/>
              </a:spcAft>
              <a:buClr>
                <a:schemeClr val="dk1"/>
              </a:buClr>
              <a:buSzPts val="1400"/>
              <a:buFont typeface="Arial"/>
              <a:buNone/>
            </a:pPr>
            <a:r>
              <a:rPr lang="en-US" sz="1400">
                <a:solidFill>
                  <a:schemeClr val="lt1"/>
                </a:solidFill>
                <a:latin typeface="Avenir"/>
                <a:ea typeface="Avenir"/>
                <a:cs typeface="Avenir"/>
                <a:sym typeface="Avenir"/>
              </a:rPr>
              <a:t>User feedback indicates strong satisfaction and acceptance of the POC’s usability and design.</a:t>
            </a:r>
            <a:endParaRPr>
              <a:solidFill>
                <a:schemeClr val="lt1"/>
              </a:solidFill>
            </a:endParaRPr>
          </a:p>
        </p:txBody>
      </p:sp>
      <p:pic>
        <p:nvPicPr>
          <p:cNvPr descr="Shot of a businessman looking thoughtfully at a graph against a white background" id="644" name="Google Shape;644;p13"/>
          <p:cNvPicPr preferRelativeResize="0"/>
          <p:nvPr>
            <p:ph idx="2" type="pic"/>
          </p:nvPr>
        </p:nvPicPr>
        <p:blipFill rotWithShape="1">
          <a:blip r:embed="rId3">
            <a:alphaModFix/>
          </a:blip>
          <a:srcRect b="2" l="3310" r="57110" t="0"/>
          <a:stretch/>
        </p:blipFill>
        <p:spPr>
          <a:xfrm>
            <a:off x="8491126" y="603504"/>
            <a:ext cx="3085179" cy="5202936"/>
          </a:xfrm>
          <a:prstGeom prst="rect">
            <a:avLst/>
          </a:prstGeom>
          <a:noFill/>
          <a:ln>
            <a:noFill/>
          </a:ln>
        </p:spPr>
      </p:pic>
      <p:sp>
        <p:nvSpPr>
          <p:cNvPr id="645" name="Google Shape;645;p13"/>
          <p:cNvSpPr/>
          <p:nvPr/>
        </p:nvSpPr>
        <p:spPr>
          <a:xfrm>
            <a:off x="-31750" y="6412500"/>
            <a:ext cx="85230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646" name="Google Shape;646;p13"/>
          <p:cNvSpPr/>
          <p:nvPr/>
        </p:nvSpPr>
        <p:spPr>
          <a:xfrm>
            <a:off x="8491125" y="6412500"/>
            <a:ext cx="37008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643"/>
                                        </p:tgtEl>
                                        <p:attrNameLst>
                                          <p:attrName>style.visibility</p:attrName>
                                        </p:attrNameLst>
                                      </p:cBhvr>
                                      <p:to>
                                        <p:strVal val="visible"/>
                                      </p:to>
                                    </p:set>
                                    <p:animEffect filter="fade" transition="in">
                                      <p:cBhvr>
                                        <p:cTn dur="250"/>
                                        <p:tgtEl>
                                          <p:spTgt spid="6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4"/>
          <p:cNvSpPr/>
          <p:nvPr/>
        </p:nvSpPr>
        <p:spPr>
          <a:xfrm>
            <a:off x="-31750" y="-44450"/>
            <a:ext cx="12192000" cy="6487200"/>
          </a:xfrm>
          <a:prstGeom prst="rect">
            <a:avLst/>
          </a:prstGeom>
          <a:solidFill>
            <a:srgbClr val="11122A"/>
          </a:solidFill>
          <a:ln cap="flat" cmpd="sng" w="9525">
            <a:solidFill>
              <a:srgbClr val="1112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1122A"/>
              </a:solidFill>
              <a:latin typeface="Avenir"/>
              <a:ea typeface="Avenir"/>
              <a:cs typeface="Avenir"/>
              <a:sym typeface="Avenir"/>
            </a:endParaRPr>
          </a:p>
        </p:txBody>
      </p:sp>
      <p:sp>
        <p:nvSpPr>
          <p:cNvPr id="653" name="Google Shape;653;p14"/>
          <p:cNvSpPr txBox="1"/>
          <p:nvPr>
            <p:ph type="title"/>
          </p:nvPr>
        </p:nvSpPr>
        <p:spPr>
          <a:xfrm>
            <a:off x="731520" y="3886200"/>
            <a:ext cx="3649500" cy="2048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venir"/>
              <a:buNone/>
            </a:pPr>
            <a:r>
              <a:rPr lang="en-US">
                <a:solidFill>
                  <a:schemeClr val="lt1"/>
                </a:solidFill>
              </a:rPr>
              <a:t>Next Steps / Future Work</a:t>
            </a:r>
            <a:endParaRPr>
              <a:solidFill>
                <a:schemeClr val="lt1"/>
              </a:solidFill>
            </a:endParaRPr>
          </a:p>
        </p:txBody>
      </p:sp>
      <p:pic>
        <p:nvPicPr>
          <p:cNvPr descr="Social media and people 4K" id="654" name="Google Shape;654;p14"/>
          <p:cNvPicPr preferRelativeResize="0"/>
          <p:nvPr>
            <p:ph idx="2" type="pic"/>
          </p:nvPr>
        </p:nvPicPr>
        <p:blipFill rotWithShape="1">
          <a:blip r:embed="rId3">
            <a:alphaModFix/>
          </a:blip>
          <a:srcRect b="0" l="0" r="0" t="0"/>
          <a:stretch/>
        </p:blipFill>
        <p:spPr>
          <a:xfrm>
            <a:off x="731518" y="834104"/>
            <a:ext cx="3520440" cy="1980248"/>
          </a:xfrm>
          <a:prstGeom prst="rect">
            <a:avLst/>
          </a:prstGeom>
          <a:noFill/>
          <a:ln>
            <a:noFill/>
          </a:ln>
        </p:spPr>
      </p:pic>
      <p:sp>
        <p:nvSpPr>
          <p:cNvPr id="655" name="Google Shape;655;p14"/>
          <p:cNvSpPr txBox="1"/>
          <p:nvPr>
            <p:ph idx="1" type="body"/>
          </p:nvPr>
        </p:nvSpPr>
        <p:spPr>
          <a:xfrm>
            <a:off x="5677247" y="813813"/>
            <a:ext cx="6428100" cy="5230500"/>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Clr>
                <a:schemeClr val="dk1"/>
              </a:buClr>
              <a:buSzPts val="1400"/>
              <a:buFont typeface="Arial"/>
              <a:buNone/>
            </a:pPr>
            <a:r>
              <a:rPr b="1" lang="en-US" sz="1900">
                <a:solidFill>
                  <a:schemeClr val="lt1"/>
                </a:solidFill>
              </a:rPr>
              <a:t>Planned Enhancements</a:t>
            </a:r>
            <a:endParaRPr sz="1900">
              <a:solidFill>
                <a:schemeClr val="lt1"/>
              </a:solidFill>
            </a:endParaRPr>
          </a:p>
          <a:p>
            <a:pPr indent="0" lvl="1" marL="0" rtl="0" algn="l">
              <a:lnSpc>
                <a:spcPct val="120000"/>
              </a:lnSpc>
              <a:spcBef>
                <a:spcPts val="500"/>
              </a:spcBef>
              <a:spcAft>
                <a:spcPts val="0"/>
              </a:spcAft>
              <a:buClr>
                <a:schemeClr val="dk1"/>
              </a:buClr>
              <a:buSzPts val="1400"/>
              <a:buFont typeface="Arial"/>
              <a:buNone/>
            </a:pPr>
            <a:r>
              <a:rPr lang="en-US" sz="1900">
                <a:solidFill>
                  <a:schemeClr val="lt1"/>
                </a:solidFill>
              </a:rPr>
              <a:t>Our next step is to continue on with the project to add more features and functions to make the website even better. For example fix the flappy bird game to be more into learning then just a game. Or perhaps add more features for each tab to make it more engaging.</a:t>
            </a:r>
            <a:endParaRPr sz="1900">
              <a:solidFill>
                <a:schemeClr val="lt1"/>
              </a:solidFill>
            </a:endParaRPr>
          </a:p>
          <a:p>
            <a:pPr indent="0" lvl="1" marL="0" rtl="0" algn="l">
              <a:lnSpc>
                <a:spcPct val="120000"/>
              </a:lnSpc>
              <a:spcBef>
                <a:spcPts val="500"/>
              </a:spcBef>
              <a:spcAft>
                <a:spcPts val="0"/>
              </a:spcAft>
              <a:buClr>
                <a:schemeClr val="dk1"/>
              </a:buClr>
              <a:buSzPts val="1400"/>
              <a:buFont typeface="Arial"/>
              <a:buNone/>
            </a:pPr>
            <a:r>
              <a:t/>
            </a:r>
            <a:endParaRPr b="1" sz="1900">
              <a:solidFill>
                <a:schemeClr val="lt1"/>
              </a:solidFill>
            </a:endParaRPr>
          </a:p>
          <a:p>
            <a:pPr indent="0" lvl="1" marL="0" rtl="0" algn="l">
              <a:lnSpc>
                <a:spcPct val="120000"/>
              </a:lnSpc>
              <a:spcBef>
                <a:spcPts val="500"/>
              </a:spcBef>
              <a:spcAft>
                <a:spcPts val="0"/>
              </a:spcAft>
              <a:buClr>
                <a:schemeClr val="dk1"/>
              </a:buClr>
              <a:buSzPts val="1400"/>
              <a:buFont typeface="Arial"/>
              <a:buNone/>
            </a:pPr>
            <a:r>
              <a:rPr b="1" lang="en-US" sz="1900">
                <a:solidFill>
                  <a:schemeClr val="lt1"/>
                </a:solidFill>
              </a:rPr>
              <a:t>We probably will like to create it into a mobile app for more opportunities in helping others study properly and more </a:t>
            </a:r>
            <a:r>
              <a:rPr b="1" lang="en-US" sz="1900">
                <a:solidFill>
                  <a:schemeClr val="lt1"/>
                </a:solidFill>
              </a:rPr>
              <a:t>efficiently</a:t>
            </a:r>
            <a:r>
              <a:rPr b="1" lang="en-US" sz="1900">
                <a:solidFill>
                  <a:schemeClr val="lt1"/>
                </a:solidFill>
              </a:rPr>
              <a:t>. </a:t>
            </a:r>
            <a:endParaRPr b="1" sz="1900">
              <a:solidFill>
                <a:schemeClr val="lt1"/>
              </a:solidFill>
            </a:endParaRPr>
          </a:p>
          <a:p>
            <a:pPr indent="0" lvl="1" marL="0" rtl="0" algn="l">
              <a:lnSpc>
                <a:spcPct val="120000"/>
              </a:lnSpc>
              <a:spcBef>
                <a:spcPts val="500"/>
              </a:spcBef>
              <a:spcAft>
                <a:spcPts val="0"/>
              </a:spcAft>
              <a:buClr>
                <a:schemeClr val="dk1"/>
              </a:buClr>
              <a:buSzPts val="1400"/>
              <a:buFont typeface="Arial"/>
              <a:buNone/>
            </a:pPr>
            <a:r>
              <a:t/>
            </a:r>
            <a:endParaRPr sz="1900">
              <a:solidFill>
                <a:schemeClr val="lt1"/>
              </a:solidFill>
            </a:endParaRPr>
          </a:p>
        </p:txBody>
      </p:sp>
      <p:sp>
        <p:nvSpPr>
          <p:cNvPr id="656" name="Google Shape;656;p14"/>
          <p:cNvSpPr/>
          <p:nvPr/>
        </p:nvSpPr>
        <p:spPr>
          <a:xfrm>
            <a:off x="4419600" y="6412500"/>
            <a:ext cx="77964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657" name="Google Shape;657;p14"/>
          <p:cNvSpPr/>
          <p:nvPr/>
        </p:nvSpPr>
        <p:spPr>
          <a:xfrm>
            <a:off x="0" y="6412500"/>
            <a:ext cx="44196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655"/>
                                        </p:tgtEl>
                                        <p:attrNameLst>
                                          <p:attrName>style.visibility</p:attrName>
                                        </p:attrNameLst>
                                      </p:cBhvr>
                                      <p:to>
                                        <p:strVal val="visible"/>
                                      </p:to>
                                    </p:set>
                                    <p:animEffect filter="fade" transition="in">
                                      <p:cBhvr>
                                        <p:cTn dur="250"/>
                                        <p:tgtEl>
                                          <p:spTgt spid="6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22A"/>
        </a:solidFill>
      </p:bgPr>
    </p:bg>
    <p:spTree>
      <p:nvGrpSpPr>
        <p:cNvPr id="662" name="Shape 662"/>
        <p:cNvGrpSpPr/>
        <p:nvPr/>
      </p:nvGrpSpPr>
      <p:grpSpPr>
        <a:xfrm>
          <a:off x="0" y="0"/>
          <a:ext cx="0" cy="0"/>
          <a:chOff x="0" y="0"/>
          <a:chExt cx="0" cy="0"/>
        </a:xfrm>
      </p:grpSpPr>
      <p:sp>
        <p:nvSpPr>
          <p:cNvPr id="663" name="Google Shape;663;p15"/>
          <p:cNvSpPr txBox="1"/>
          <p:nvPr/>
        </p:nvSpPr>
        <p:spPr>
          <a:xfrm>
            <a:off x="4216625" y="1871025"/>
            <a:ext cx="109578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rgbClr val="F2F2F2"/>
                </a:solidFill>
                <a:latin typeface="Avenir"/>
                <a:ea typeface="Avenir"/>
                <a:cs typeface="Avenir"/>
                <a:sym typeface="Avenir"/>
              </a:rPr>
              <a:t>Thank you </a:t>
            </a:r>
            <a:endParaRPr sz="4400">
              <a:solidFill>
                <a:srgbClr val="F2F2F2"/>
              </a:solidFill>
              <a:latin typeface="Avenir"/>
              <a:ea typeface="Avenir"/>
              <a:cs typeface="Avenir"/>
              <a:sym typeface="Avenir"/>
            </a:endParaRPr>
          </a:p>
        </p:txBody>
      </p:sp>
      <p:sp>
        <p:nvSpPr>
          <p:cNvPr id="664" name="Google Shape;664;p15"/>
          <p:cNvSpPr txBox="1"/>
          <p:nvPr/>
        </p:nvSpPr>
        <p:spPr>
          <a:xfrm>
            <a:off x="1532675" y="2732925"/>
            <a:ext cx="11157900" cy="344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solidFill>
                  <a:srgbClr val="F2F2F2"/>
                </a:solidFill>
                <a:latin typeface="Avenir"/>
                <a:ea typeface="Avenir"/>
                <a:cs typeface="Avenir"/>
                <a:sym typeface="Avenir"/>
              </a:rPr>
              <a:t>Made by:</a:t>
            </a:r>
            <a:endParaRPr sz="2400">
              <a:solidFill>
                <a:srgbClr val="F2F2F2"/>
              </a:solidFill>
              <a:latin typeface="Avenir"/>
              <a:ea typeface="Avenir"/>
              <a:cs typeface="Avenir"/>
              <a:sym typeface="Avenir"/>
            </a:endParaRPr>
          </a:p>
          <a:p>
            <a:pPr indent="0" lvl="0" marL="0" rtl="0" algn="l">
              <a:lnSpc>
                <a:spcPct val="115000"/>
              </a:lnSpc>
              <a:spcBef>
                <a:spcPts val="1200"/>
              </a:spcBef>
              <a:spcAft>
                <a:spcPts val="0"/>
              </a:spcAft>
              <a:buNone/>
            </a:pPr>
            <a:r>
              <a:rPr lang="en-US" sz="2400">
                <a:solidFill>
                  <a:srgbClr val="F2F2F2"/>
                </a:solidFill>
                <a:latin typeface="Avenir"/>
                <a:ea typeface="Avenir"/>
                <a:cs typeface="Avenir"/>
                <a:sym typeface="Avenir"/>
              </a:rPr>
              <a:t>Emilia Mahmoodi</a:t>
            </a:r>
            <a:endParaRPr sz="2400">
              <a:solidFill>
                <a:srgbClr val="F2F2F2"/>
              </a:solidFill>
              <a:latin typeface="Avenir"/>
              <a:ea typeface="Avenir"/>
              <a:cs typeface="Avenir"/>
              <a:sym typeface="Avenir"/>
            </a:endParaRPr>
          </a:p>
          <a:p>
            <a:pPr indent="0" lvl="0" marL="0" rtl="0" algn="l">
              <a:lnSpc>
                <a:spcPct val="115000"/>
              </a:lnSpc>
              <a:spcBef>
                <a:spcPts val="1200"/>
              </a:spcBef>
              <a:spcAft>
                <a:spcPts val="0"/>
              </a:spcAft>
              <a:buNone/>
            </a:pPr>
            <a:r>
              <a:rPr lang="en-US" sz="2400">
                <a:solidFill>
                  <a:srgbClr val="F2F2F2"/>
                </a:solidFill>
                <a:latin typeface="Avenir"/>
                <a:ea typeface="Avenir"/>
                <a:cs typeface="Avenir"/>
                <a:sym typeface="Avenir"/>
              </a:rPr>
              <a:t>Andy Moughalian</a:t>
            </a:r>
            <a:endParaRPr sz="2400">
              <a:solidFill>
                <a:srgbClr val="F2F2F2"/>
              </a:solidFill>
              <a:latin typeface="Avenir"/>
              <a:ea typeface="Avenir"/>
              <a:cs typeface="Avenir"/>
              <a:sym typeface="Avenir"/>
            </a:endParaRPr>
          </a:p>
          <a:p>
            <a:pPr indent="0" lvl="0" marL="0" rtl="0" algn="l">
              <a:lnSpc>
                <a:spcPct val="115000"/>
              </a:lnSpc>
              <a:spcBef>
                <a:spcPts val="1200"/>
              </a:spcBef>
              <a:spcAft>
                <a:spcPts val="0"/>
              </a:spcAft>
              <a:buNone/>
            </a:pPr>
            <a:r>
              <a:rPr lang="en-US" sz="2400">
                <a:solidFill>
                  <a:srgbClr val="F2F2F2"/>
                </a:solidFill>
                <a:latin typeface="Avenir"/>
                <a:ea typeface="Avenir"/>
                <a:cs typeface="Avenir"/>
                <a:sym typeface="Avenir"/>
              </a:rPr>
              <a:t>Roee Palmon</a:t>
            </a:r>
            <a:endParaRPr sz="2400">
              <a:solidFill>
                <a:srgbClr val="F2F2F2"/>
              </a:solidFill>
              <a:latin typeface="Avenir"/>
              <a:ea typeface="Avenir"/>
              <a:cs typeface="Avenir"/>
              <a:sym typeface="Avenir"/>
            </a:endParaRPr>
          </a:p>
          <a:p>
            <a:pPr indent="0" lvl="0" marL="0" rtl="0" algn="l">
              <a:lnSpc>
                <a:spcPct val="115000"/>
              </a:lnSpc>
              <a:spcBef>
                <a:spcPts val="1200"/>
              </a:spcBef>
              <a:spcAft>
                <a:spcPts val="0"/>
              </a:spcAft>
              <a:buNone/>
            </a:pPr>
            <a:r>
              <a:rPr lang="en-US" sz="2400">
                <a:solidFill>
                  <a:srgbClr val="F2F2F2"/>
                </a:solidFill>
                <a:latin typeface="Avenir"/>
                <a:ea typeface="Avenir"/>
                <a:cs typeface="Avenir"/>
                <a:sym typeface="Avenir"/>
              </a:rPr>
              <a:t>Christian Rusanovsky</a:t>
            </a:r>
            <a:endParaRPr sz="2400">
              <a:solidFill>
                <a:srgbClr val="F2F2F2"/>
              </a:solidFill>
              <a:latin typeface="Avenir"/>
              <a:ea typeface="Avenir"/>
              <a:cs typeface="Avenir"/>
              <a:sym typeface="Avenir"/>
            </a:endParaRPr>
          </a:p>
          <a:p>
            <a:pPr indent="0" lvl="0" marL="0" rtl="0" algn="l">
              <a:lnSpc>
                <a:spcPct val="115000"/>
              </a:lnSpc>
              <a:spcBef>
                <a:spcPts val="1200"/>
              </a:spcBef>
              <a:spcAft>
                <a:spcPts val="1200"/>
              </a:spcAft>
              <a:buNone/>
            </a:pPr>
            <a:r>
              <a:rPr lang="en-US" sz="2400">
                <a:solidFill>
                  <a:srgbClr val="F2F2F2"/>
                </a:solidFill>
                <a:latin typeface="Avenir"/>
                <a:ea typeface="Avenir"/>
                <a:cs typeface="Avenir"/>
                <a:sym typeface="Avenir"/>
              </a:rPr>
              <a:t>Novali Plascencia</a:t>
            </a:r>
            <a:endParaRPr sz="2000">
              <a:solidFill>
                <a:srgbClr val="F2F2F2"/>
              </a:solidFill>
            </a:endParaRPr>
          </a:p>
        </p:txBody>
      </p:sp>
      <p:pic>
        <p:nvPicPr>
          <p:cNvPr id="665" name="Google Shape;665;p15"/>
          <p:cNvPicPr preferRelativeResize="0"/>
          <p:nvPr/>
        </p:nvPicPr>
        <p:blipFill>
          <a:blip r:embed="rId3">
            <a:alphaModFix/>
          </a:blip>
          <a:stretch>
            <a:fillRect/>
          </a:stretch>
        </p:blipFill>
        <p:spPr>
          <a:xfrm>
            <a:off x="2826863" y="474075"/>
            <a:ext cx="6538275" cy="1396950"/>
          </a:xfrm>
          <a:prstGeom prst="rect">
            <a:avLst/>
          </a:prstGeom>
          <a:noFill/>
          <a:ln>
            <a:noFill/>
          </a:ln>
        </p:spPr>
      </p:pic>
      <p:sp>
        <p:nvSpPr>
          <p:cNvPr id="666" name="Google Shape;666;p15"/>
          <p:cNvSpPr/>
          <p:nvPr/>
        </p:nvSpPr>
        <p:spPr>
          <a:xfrm>
            <a:off x="0" y="6412500"/>
            <a:ext cx="7796400" cy="445500"/>
          </a:xfrm>
          <a:prstGeom prst="rect">
            <a:avLst/>
          </a:prstGeom>
          <a:solidFill>
            <a:srgbClr val="728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
        <p:nvSpPr>
          <p:cNvPr id="667" name="Google Shape;667;p15"/>
          <p:cNvSpPr/>
          <p:nvPr/>
        </p:nvSpPr>
        <p:spPr>
          <a:xfrm>
            <a:off x="7796400" y="6412500"/>
            <a:ext cx="4395600" cy="445500"/>
          </a:xfrm>
          <a:prstGeom prst="rect">
            <a:avLst/>
          </a:prstGeom>
          <a:solidFill>
            <a:srgbClr val="A556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nir"/>
              <a:ea typeface="Avenir"/>
              <a:cs typeface="Avenir"/>
              <a:sym typeface="Avenir"/>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GradientRise">
  <a:themeElements>
    <a:clrScheme name="GradientRise">
      <a:dk1>
        <a:srgbClr val="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radientRise">
  <a:themeElements>
    <a:clrScheme name="GradientRise">
      <a:dk1>
        <a:srgbClr val="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2025-08-21T17:09:02Z</dcterms:created>
  <dc:creator>Savita Mittal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